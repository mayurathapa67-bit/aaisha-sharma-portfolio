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317" r:id="rId4"/>
    <p:sldId id="375" r:id="rId6"/>
    <p:sldId id="353" r:id="rId7"/>
    <p:sldId id="376" r:id="rId8"/>
    <p:sldId id="377" r:id="rId9"/>
    <p:sldId id="379" r:id="rId10"/>
    <p:sldId id="381" r:id="rId11"/>
    <p:sldId id="380" r:id="rId12"/>
    <p:sldId id="382" r:id="rId13"/>
    <p:sldId id="384" r:id="rId14"/>
    <p:sldId id="386" r:id="rId15"/>
    <p:sldId id="38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70" d="100"/>
          <a:sy n="70" d="100"/>
        </p:scale>
        <p:origin x="1008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5C6FDD-8390-4137-B36A-5126DACA8F0C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18502E-D9E3-4161-9EF8-9EA78E8757F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hape 145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216" tIns="88216" rIns="88216" bIns="88216" anchor="ctr"/>
          <a:lstStyle/>
          <a:p>
            <a:pPr>
              <a:spcBef>
                <a:spcPct val="0"/>
              </a:spcBef>
            </a:pPr>
            <a:endParaRPr lang="en-US" altLang="en-US">
              <a:cs typeface="Arial" panose="020B0704020202020204" pitchFamily="34" charset="0"/>
            </a:endParaRPr>
          </a:p>
        </p:txBody>
      </p:sp>
      <p:sp>
        <p:nvSpPr>
          <p:cNvPr id="4099" name="Shape 146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60000 65536"/>
              <a:gd name="T9" fmla="*/ 0 60000 65536"/>
              <a:gd name="T10" fmla="*/ 0 60000 65536"/>
              <a:gd name="T11" fmla="*/ 0 60000 65536"/>
              <a:gd name="T12" fmla="*/ 0 w 120000"/>
              <a:gd name="T13" fmla="*/ 0 h 120000"/>
              <a:gd name="T14" fmla="*/ 120000 w 120000"/>
              <a:gd name="T15" fmla="*/ 120000 h 1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7071" y="3269630"/>
            <a:ext cx="10846279" cy="1905508"/>
          </a:xfrm>
        </p:spPr>
        <p:txBody>
          <a:bodyPr anchor="b">
            <a:normAutofit/>
          </a:bodyPr>
          <a:lstStyle>
            <a:lvl1pPr algn="l"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1955" y="5270627"/>
            <a:ext cx="9144000" cy="896548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accent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SUB-HEADING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0" y="6356350"/>
            <a:ext cx="509596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RTO Code: 51973 I CRICOS Provider Code: 03047E I TEQSA Provider No: PRV14050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A1FB76-252C-4B7C-A7C8-C42DBD9BCA1D}" type="slidenum">
              <a:rPr lang="en-US" smtClean="0"/>
            </a:fld>
            <a:endParaRPr lang="en-US"/>
          </a:p>
        </p:txBody>
      </p:sp>
      <p:pic>
        <p:nvPicPr>
          <p:cNvPr id="10" name="Picture 9" descr="A logo with text on it&#10;&#10;AI-generated content may be incorrect.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103" y="690825"/>
            <a:ext cx="2557541" cy="1084909"/>
          </a:xfrm>
          <a:prstGeom prst="rect">
            <a:avLst/>
          </a:prstGeom>
        </p:spPr>
      </p:pic>
      <p:sp>
        <p:nvSpPr>
          <p:cNvPr id="7" name="Footer Placeholder 4"/>
          <p:cNvSpPr txBox="1"/>
          <p:nvPr userDrawn="1"/>
        </p:nvSpPr>
        <p:spPr>
          <a:xfrm>
            <a:off x="437072" y="6366144"/>
            <a:ext cx="55675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Unit Name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41385" y="365125"/>
            <a:ext cx="9833992" cy="557317"/>
          </a:xfrm>
        </p:spPr>
        <p:txBody>
          <a:bodyPr anchor="t">
            <a:normAutofit/>
          </a:bodyPr>
          <a:lstStyle>
            <a:lvl1pPr>
              <a:defRPr sz="35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Title (with short line)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41384" y="1122746"/>
            <a:ext cx="11233655" cy="2395958"/>
          </a:xfrm>
        </p:spPr>
        <p:txBody>
          <a:bodyPr>
            <a:normAutofit/>
          </a:bodyPr>
          <a:lstStyle>
            <a:lvl1pPr marL="285750" indent="-285750">
              <a:buFont typeface="Arial" panose="020B0704020202020204" pitchFamily="34" charset="0"/>
              <a:buChar char="•"/>
              <a:defRPr sz="15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Supporting text input here. (Sample: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.)</a:t>
            </a:r>
            <a:endParaRPr lang="en-US" dirty="0"/>
          </a:p>
        </p:txBody>
      </p:sp>
      <p:pic>
        <p:nvPicPr>
          <p:cNvPr id="8" name="Picture 7" descr="A logo with text on it&#10;&#10;AI-generated content may be incorrect.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5573" y="292589"/>
            <a:ext cx="1191826" cy="505573"/>
          </a:xfrm>
          <a:prstGeom prst="rect">
            <a:avLst/>
          </a:prstGeom>
        </p:spPr>
      </p:pic>
      <p:sp>
        <p:nvSpPr>
          <p:cNvPr id="9" name="Content Placeholder 2"/>
          <p:cNvSpPr>
            <a:spLocks noGrp="1"/>
          </p:cNvSpPr>
          <p:nvPr>
            <p:ph idx="13" hasCustomPrompt="1"/>
          </p:nvPr>
        </p:nvSpPr>
        <p:spPr>
          <a:xfrm>
            <a:off x="441383" y="3635808"/>
            <a:ext cx="11233655" cy="2395958"/>
          </a:xfrm>
        </p:spPr>
        <p:txBody>
          <a:bodyPr>
            <a:normAutofit/>
          </a:bodyPr>
          <a:lstStyle>
            <a:lvl1pPr marL="285750" indent="-285750">
              <a:buFont typeface="Arial" panose="020B0704020202020204" pitchFamily="34" charset="0"/>
              <a:buChar char="•"/>
              <a:defRPr sz="15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Supporting text input here. (Sample: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.)</a:t>
            </a:r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0" y="6356350"/>
            <a:ext cx="509596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RTO Code: 51973 I CRICOS Provider Code: 03047E I TEQSA Provider No: PRV14050</a:t>
            </a: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83350" y="6356350"/>
            <a:ext cx="39168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1FB76-252C-4B7C-A7C8-C42DBD9BCA1D}" type="slidenum">
              <a:rPr lang="en-US" smtClean="0"/>
            </a:fld>
            <a:endParaRPr lang="en-US"/>
          </a:p>
        </p:txBody>
      </p:sp>
      <p:sp>
        <p:nvSpPr>
          <p:cNvPr id="12" name="Footer Placeholder 4"/>
          <p:cNvSpPr txBox="1"/>
          <p:nvPr userDrawn="1"/>
        </p:nvSpPr>
        <p:spPr>
          <a:xfrm>
            <a:off x="437072" y="6366144"/>
            <a:ext cx="55675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tx1"/>
                </a:solidFill>
              </a:rPr>
              <a:t>Unit Name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41385" y="365125"/>
            <a:ext cx="9833992" cy="1083967"/>
          </a:xfrm>
        </p:spPr>
        <p:txBody>
          <a:bodyPr anchor="t">
            <a:normAutofit/>
          </a:bodyPr>
          <a:lstStyle>
            <a:lvl1pPr>
              <a:defRPr sz="35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Title (with very long text that needs</a:t>
            </a:r>
            <a:br>
              <a:rPr lang="en-US" dirty="0"/>
            </a:br>
            <a:r>
              <a:rPr lang="en-US" dirty="0"/>
              <a:t>extra line)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41384" y="1648537"/>
            <a:ext cx="11233655" cy="2103748"/>
          </a:xfrm>
        </p:spPr>
        <p:txBody>
          <a:bodyPr>
            <a:normAutofit/>
          </a:bodyPr>
          <a:lstStyle>
            <a:lvl1pPr marL="285750" indent="-285750">
              <a:buFont typeface="Arial" panose="020B0704020202020204" pitchFamily="34" charset="0"/>
              <a:buChar char="•"/>
              <a:defRPr sz="15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Supporting text input here. (Sample: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.)</a:t>
            </a:r>
            <a:endParaRPr lang="en-US" dirty="0"/>
          </a:p>
        </p:txBody>
      </p:sp>
      <p:pic>
        <p:nvPicPr>
          <p:cNvPr id="8" name="Picture 7" descr="A logo with text on it&#10;&#10;AI-generated content may be incorrect.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5573" y="292589"/>
            <a:ext cx="1191826" cy="505573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idx="13" hasCustomPrompt="1"/>
          </p:nvPr>
        </p:nvSpPr>
        <p:spPr>
          <a:xfrm>
            <a:off x="441383" y="3891770"/>
            <a:ext cx="11233655" cy="2103748"/>
          </a:xfrm>
        </p:spPr>
        <p:txBody>
          <a:bodyPr>
            <a:normAutofit/>
          </a:bodyPr>
          <a:lstStyle>
            <a:lvl1pPr marL="285750" indent="-285750">
              <a:buFont typeface="Arial" panose="020B0704020202020204" pitchFamily="34" charset="0"/>
              <a:buChar char="•"/>
              <a:defRPr sz="15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Supporting text input here. (Sample: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.)</a:t>
            </a:r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0" y="6356350"/>
            <a:ext cx="509596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RTO Code: 51973 I CRICOS Provider Code: 03047E I TEQSA Provider No: PRV14050</a:t>
            </a: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83350" y="6356350"/>
            <a:ext cx="39168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1FB76-252C-4B7C-A7C8-C42DBD9BCA1D}" type="slidenum">
              <a:rPr lang="en-US" smtClean="0"/>
            </a:fld>
            <a:endParaRPr lang="en-US"/>
          </a:p>
        </p:txBody>
      </p:sp>
      <p:sp>
        <p:nvSpPr>
          <p:cNvPr id="11" name="Footer Placeholder 4"/>
          <p:cNvSpPr txBox="1"/>
          <p:nvPr userDrawn="1"/>
        </p:nvSpPr>
        <p:spPr>
          <a:xfrm>
            <a:off x="437072" y="6366144"/>
            <a:ext cx="55675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tx1"/>
                </a:solidFill>
              </a:rPr>
              <a:t>Unit Name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41385" y="949742"/>
            <a:ext cx="9833992" cy="594246"/>
          </a:xfrm>
        </p:spPr>
        <p:txBody>
          <a:bodyPr anchor="t">
            <a:normAutofit/>
          </a:bodyPr>
          <a:lstStyle>
            <a:lvl1pPr>
              <a:defRPr sz="35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Title (with short line)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41384" y="1753849"/>
            <a:ext cx="11233655" cy="4392118"/>
          </a:xfrm>
        </p:spPr>
        <p:txBody>
          <a:bodyPr>
            <a:normAutofit/>
          </a:bodyPr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704020202020204" pitchFamily="34" charset="0"/>
              <a:buChar char="•"/>
              <a:defRPr sz="15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Supporting text input here. (Sample: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)</a:t>
            </a: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704020202020204" pitchFamily="34" charset="0"/>
              <a:buChar char="•"/>
              <a:defRPr/>
            </a:pPr>
            <a:r>
              <a:rPr lang="en-US" dirty="0"/>
              <a:t>Supporting text input here. (Sample: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)</a:t>
            </a:r>
            <a:endParaRPr lang="en-US" dirty="0"/>
          </a:p>
          <a:p>
            <a:pPr lvl="0"/>
            <a:endParaRPr lang="en-US" dirty="0"/>
          </a:p>
        </p:txBody>
      </p:sp>
      <p:pic>
        <p:nvPicPr>
          <p:cNvPr id="8" name="Picture 7" descr="A logo with text on it&#10;&#10;AI-generated content may be incorrect.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5573" y="97717"/>
            <a:ext cx="1191826" cy="505573"/>
          </a:xfrm>
          <a:prstGeom prst="rect">
            <a:avLst/>
          </a:prstGeom>
        </p:spPr>
      </p:pic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0" y="6356350"/>
            <a:ext cx="509596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RTO Code: 51973 I CRICOS Provider Code: 03047E I TEQSA Provider No: PRV14050</a:t>
            </a: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83350" y="6356350"/>
            <a:ext cx="39168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1FB76-252C-4B7C-A7C8-C42DBD9BCA1D}" type="slidenum">
              <a:rPr lang="en-US" smtClean="0"/>
            </a:fld>
            <a:endParaRPr lang="en-US"/>
          </a:p>
        </p:txBody>
      </p:sp>
      <p:sp>
        <p:nvSpPr>
          <p:cNvPr id="11" name="Footer Placeholder 4"/>
          <p:cNvSpPr txBox="1"/>
          <p:nvPr userDrawn="1"/>
        </p:nvSpPr>
        <p:spPr>
          <a:xfrm>
            <a:off x="437072" y="6366144"/>
            <a:ext cx="55675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tx1"/>
                </a:solidFill>
              </a:rPr>
              <a:t>Unit Name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41385" y="949741"/>
            <a:ext cx="9833992" cy="1083967"/>
          </a:xfrm>
        </p:spPr>
        <p:txBody>
          <a:bodyPr anchor="t">
            <a:normAutofit/>
          </a:bodyPr>
          <a:lstStyle>
            <a:lvl1pPr>
              <a:defRPr sz="35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Title (with very long text that needs</a:t>
            </a:r>
            <a:br>
              <a:rPr lang="en-US" dirty="0"/>
            </a:br>
            <a:r>
              <a:rPr lang="en-US" dirty="0"/>
              <a:t>extra line)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41384" y="2233153"/>
            <a:ext cx="11233655" cy="3912814"/>
          </a:xfrm>
        </p:spPr>
        <p:txBody>
          <a:bodyPr>
            <a:normAutofit/>
          </a:bodyPr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704020202020204" pitchFamily="34" charset="0"/>
              <a:buChar char="•"/>
              <a:defRPr sz="15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Supporting text input here. (Sample: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.)</a:t>
            </a: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704020202020204" pitchFamily="34" charset="0"/>
              <a:buChar char="•"/>
              <a:defRPr/>
            </a:pPr>
            <a:r>
              <a:rPr lang="en-US" dirty="0"/>
              <a:t>Supporting text input here. (Sample: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.)</a:t>
            </a:r>
            <a:endParaRPr lang="en-US" dirty="0"/>
          </a:p>
          <a:p>
            <a:pPr lvl="0"/>
            <a:endParaRPr lang="en-US" dirty="0"/>
          </a:p>
        </p:txBody>
      </p:sp>
      <p:pic>
        <p:nvPicPr>
          <p:cNvPr id="8" name="Picture 7" descr="A logo with text on it&#10;&#10;AI-generated content may be incorrect.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5573" y="97717"/>
            <a:ext cx="1191826" cy="505573"/>
          </a:xfrm>
          <a:prstGeom prst="rect">
            <a:avLst/>
          </a:prstGeom>
        </p:spPr>
      </p:pic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0" y="6356350"/>
            <a:ext cx="509596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RTO Code: 51973 I CRICOS Provider Code: 03047E I TEQSA Provider No: PRV14050</a:t>
            </a: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83350" y="6356350"/>
            <a:ext cx="39168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1FB76-252C-4B7C-A7C8-C42DBD9BCA1D}" type="slidenum">
              <a:rPr lang="en-US" smtClean="0"/>
            </a:fld>
            <a:endParaRPr lang="en-US"/>
          </a:p>
        </p:txBody>
      </p:sp>
      <p:sp>
        <p:nvSpPr>
          <p:cNvPr id="11" name="Footer Placeholder 4"/>
          <p:cNvSpPr txBox="1"/>
          <p:nvPr userDrawn="1"/>
        </p:nvSpPr>
        <p:spPr>
          <a:xfrm>
            <a:off x="437072" y="6366144"/>
            <a:ext cx="55675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tx1"/>
                </a:solidFill>
              </a:rPr>
              <a:t>Unit Name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41385" y="365125"/>
            <a:ext cx="9833992" cy="557317"/>
          </a:xfrm>
        </p:spPr>
        <p:txBody>
          <a:bodyPr anchor="t">
            <a:normAutofit/>
          </a:bodyPr>
          <a:lstStyle>
            <a:lvl1pPr>
              <a:defRPr sz="35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Title (with short line)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41384" y="1122746"/>
            <a:ext cx="11233655" cy="2395958"/>
          </a:xfrm>
        </p:spPr>
        <p:txBody>
          <a:bodyPr>
            <a:normAutofit/>
          </a:bodyPr>
          <a:lstStyle>
            <a:lvl1pPr marL="285750" indent="-285750">
              <a:buFont typeface="Arial" panose="020B0704020202020204" pitchFamily="34" charset="0"/>
              <a:buChar char="•"/>
              <a:defRPr sz="150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Supporting text input here. (Sample: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.)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3" hasCustomPrompt="1"/>
          </p:nvPr>
        </p:nvSpPr>
        <p:spPr>
          <a:xfrm>
            <a:off x="441383" y="3635808"/>
            <a:ext cx="11233655" cy="2395958"/>
          </a:xfrm>
        </p:spPr>
        <p:txBody>
          <a:bodyPr>
            <a:normAutofit/>
          </a:bodyPr>
          <a:lstStyle>
            <a:lvl1pPr marL="285750" indent="-285750">
              <a:buFont typeface="Arial" panose="020B0704020202020204" pitchFamily="34" charset="0"/>
              <a:buChar char="•"/>
              <a:defRPr sz="150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Supporting text input here. (Sample: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.)</a:t>
            </a:r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0" y="6356350"/>
            <a:ext cx="509596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RTO Code: 51973 I CRICOS Provider Code: 03047E I TEQSA Provider No: PRV14050</a:t>
            </a: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83350" y="6356350"/>
            <a:ext cx="39168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A1FB76-252C-4B7C-A7C8-C42DBD9BCA1D}" type="slidenum">
              <a:rPr lang="en-US" smtClean="0"/>
            </a:fld>
            <a:endParaRPr lang="en-US"/>
          </a:p>
        </p:txBody>
      </p:sp>
      <p:sp>
        <p:nvSpPr>
          <p:cNvPr id="12" name="Footer Placeholder 4"/>
          <p:cNvSpPr txBox="1"/>
          <p:nvPr userDrawn="1"/>
        </p:nvSpPr>
        <p:spPr>
          <a:xfrm>
            <a:off x="437072" y="6366144"/>
            <a:ext cx="55675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</a:rPr>
              <a:t>Unit Name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 descr="A yellow and white logo&#10;&#10;AI-generated content may be incorrect.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5573" y="292589"/>
            <a:ext cx="1191826" cy="505573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0" y="6356350"/>
            <a:ext cx="509596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RTO Code: 51973 I CRICOS Provider Code: 03047E I TEQSA Provider No: PRV14050</a:t>
            </a: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83350" y="6356350"/>
            <a:ext cx="39168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A1FB76-252C-4B7C-A7C8-C42DBD9BCA1D}" type="slidenum">
              <a:rPr lang="en-US" smtClean="0"/>
            </a:fld>
            <a:endParaRPr lang="en-US"/>
          </a:p>
        </p:txBody>
      </p:sp>
      <p:sp>
        <p:nvSpPr>
          <p:cNvPr id="12" name="Footer Placeholder 4"/>
          <p:cNvSpPr txBox="1"/>
          <p:nvPr userDrawn="1"/>
        </p:nvSpPr>
        <p:spPr>
          <a:xfrm>
            <a:off x="437072" y="6366144"/>
            <a:ext cx="55675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</a:rPr>
              <a:t>Unit Name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 descr="A yellow and white logo&#10;&#10;AI-generated content may be incorrect.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5573" y="292589"/>
            <a:ext cx="1191826" cy="505573"/>
          </a:xfrm>
          <a:prstGeom prst="rect">
            <a:avLst/>
          </a:prstGeom>
        </p:spPr>
      </p:pic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41385" y="365125"/>
            <a:ext cx="9833992" cy="1083967"/>
          </a:xfrm>
        </p:spPr>
        <p:txBody>
          <a:bodyPr anchor="t">
            <a:normAutofit/>
          </a:bodyPr>
          <a:lstStyle>
            <a:lvl1pPr>
              <a:defRPr sz="35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Title (with very long text that needs</a:t>
            </a:r>
            <a:br>
              <a:rPr lang="en-US" dirty="0"/>
            </a:br>
            <a:r>
              <a:rPr lang="en-US" dirty="0"/>
              <a:t>extra line)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 hasCustomPrompt="1"/>
          </p:nvPr>
        </p:nvSpPr>
        <p:spPr>
          <a:xfrm>
            <a:off x="441384" y="1648537"/>
            <a:ext cx="11233655" cy="2103748"/>
          </a:xfrm>
        </p:spPr>
        <p:txBody>
          <a:bodyPr>
            <a:normAutofit/>
          </a:bodyPr>
          <a:lstStyle>
            <a:lvl1pPr marL="285750" indent="-285750">
              <a:buFont typeface="Arial" panose="020B0704020202020204" pitchFamily="34" charset="0"/>
              <a:buChar char="•"/>
              <a:defRPr sz="150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Supporting text input here. (Sample: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.)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 hasCustomPrompt="1"/>
          </p:nvPr>
        </p:nvSpPr>
        <p:spPr>
          <a:xfrm>
            <a:off x="441383" y="3891770"/>
            <a:ext cx="11233655" cy="2103748"/>
          </a:xfrm>
        </p:spPr>
        <p:txBody>
          <a:bodyPr>
            <a:normAutofit/>
          </a:bodyPr>
          <a:lstStyle>
            <a:lvl1pPr marL="285750" indent="-285750">
              <a:buFont typeface="Arial" panose="020B0704020202020204" pitchFamily="34" charset="0"/>
              <a:buChar char="•"/>
              <a:defRPr sz="150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Supporting text input here. (Sample: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.)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41385" y="365125"/>
            <a:ext cx="9833992" cy="1083967"/>
          </a:xfrm>
        </p:spPr>
        <p:txBody>
          <a:bodyPr anchor="t">
            <a:normAutofit/>
          </a:bodyPr>
          <a:lstStyle>
            <a:lvl1pPr>
              <a:defRPr sz="35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Title (with very long text that needs</a:t>
            </a:r>
            <a:br>
              <a:rPr lang="en-US" dirty="0"/>
            </a:br>
            <a:r>
              <a:rPr lang="en-US" dirty="0"/>
              <a:t>extra line)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41384" y="1648537"/>
            <a:ext cx="11233655" cy="2103748"/>
          </a:xfrm>
        </p:spPr>
        <p:txBody>
          <a:bodyPr>
            <a:normAutofit/>
          </a:bodyPr>
          <a:lstStyle>
            <a:lvl1pPr marL="285750" indent="-285750">
              <a:buFont typeface="Arial" panose="020B0704020202020204" pitchFamily="34" charset="0"/>
              <a:buChar char="•"/>
              <a:defRPr sz="15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Supporting text input here. (Sample: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.)</a:t>
            </a:r>
            <a:endParaRPr lang="en-US" dirty="0"/>
          </a:p>
        </p:txBody>
      </p:sp>
      <p:pic>
        <p:nvPicPr>
          <p:cNvPr id="8" name="Picture 7" descr="A logo with text on it&#10;&#10;AI-generated content may be incorrect.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5573" y="292589"/>
            <a:ext cx="1191826" cy="505573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idx="13" hasCustomPrompt="1"/>
          </p:nvPr>
        </p:nvSpPr>
        <p:spPr>
          <a:xfrm>
            <a:off x="441383" y="3891770"/>
            <a:ext cx="11233655" cy="2103748"/>
          </a:xfrm>
        </p:spPr>
        <p:txBody>
          <a:bodyPr>
            <a:normAutofit/>
          </a:bodyPr>
          <a:lstStyle>
            <a:lvl1pPr marL="285750" indent="-285750">
              <a:buFont typeface="Arial" panose="020B0704020202020204" pitchFamily="34" charset="0"/>
              <a:buChar char="•"/>
              <a:defRPr sz="15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Supporting text input here. (Sample: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.)</a:t>
            </a:r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0" y="6356350"/>
            <a:ext cx="509596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RTO Code: 51973 I CRICOS Provider Code: 03047E I TEQSA Provider No: PRV14050</a:t>
            </a: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83350" y="6356350"/>
            <a:ext cx="39168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1FB76-252C-4B7C-A7C8-C42DBD9BCA1D}" type="slidenum">
              <a:rPr lang="en-US" smtClean="0"/>
            </a:fld>
            <a:endParaRPr lang="en-US"/>
          </a:p>
        </p:txBody>
      </p:sp>
      <p:sp>
        <p:nvSpPr>
          <p:cNvPr id="11" name="Footer Placeholder 4"/>
          <p:cNvSpPr txBox="1"/>
          <p:nvPr userDrawn="1"/>
        </p:nvSpPr>
        <p:spPr>
          <a:xfrm>
            <a:off x="437072" y="6366144"/>
            <a:ext cx="55675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tx1"/>
                </a:solidFill>
              </a:rPr>
              <a:t>Unit Name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41385" y="365125"/>
            <a:ext cx="9833992" cy="557317"/>
          </a:xfrm>
        </p:spPr>
        <p:txBody>
          <a:bodyPr anchor="t">
            <a:normAutofit/>
          </a:bodyPr>
          <a:lstStyle>
            <a:lvl1pPr>
              <a:defRPr sz="35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Title (with short line) (2 columns layout)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41383" y="1122745"/>
            <a:ext cx="5412067" cy="4993241"/>
          </a:xfrm>
        </p:spPr>
        <p:txBody>
          <a:bodyPr>
            <a:normAutofit/>
          </a:bodyPr>
          <a:lstStyle>
            <a:lvl1pPr marL="285750" indent="-285750">
              <a:buFont typeface="Arial" panose="020B0704020202020204" pitchFamily="34" charset="0"/>
              <a:buChar char="•"/>
              <a:defRPr sz="15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Supporting text input here. (Sample: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.)</a:t>
            </a:r>
            <a:endParaRPr lang="en-US" dirty="0"/>
          </a:p>
        </p:txBody>
      </p:sp>
      <p:pic>
        <p:nvPicPr>
          <p:cNvPr id="8" name="Picture 7" descr="A logo with text on it&#10;&#10;AI-generated content may be incorrect.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5573" y="292589"/>
            <a:ext cx="1191826" cy="505573"/>
          </a:xfrm>
          <a:prstGeom prst="rect">
            <a:avLst/>
          </a:prstGeom>
        </p:spPr>
      </p:pic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0" y="6356350"/>
            <a:ext cx="509596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RTO Code: 51973 I CRICOS Provider Code: 03047E I TEQSA Provider No: PRV14050</a:t>
            </a: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83350" y="6356350"/>
            <a:ext cx="39168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1FB76-252C-4B7C-A7C8-C42DBD9BCA1D}" type="slidenum">
              <a:rPr lang="en-US" smtClean="0"/>
            </a:fld>
            <a:endParaRPr lang="en-US"/>
          </a:p>
        </p:txBody>
      </p:sp>
      <p:sp>
        <p:nvSpPr>
          <p:cNvPr id="12" name="Footer Placeholder 4"/>
          <p:cNvSpPr txBox="1"/>
          <p:nvPr userDrawn="1"/>
        </p:nvSpPr>
        <p:spPr>
          <a:xfrm>
            <a:off x="437072" y="6366144"/>
            <a:ext cx="55675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tx1"/>
                </a:solidFill>
              </a:rPr>
              <a:t>Unit Name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3" hasCustomPrompt="1"/>
          </p:nvPr>
        </p:nvSpPr>
        <p:spPr>
          <a:xfrm>
            <a:off x="6338552" y="1122745"/>
            <a:ext cx="5336487" cy="4993241"/>
          </a:xfrm>
        </p:spPr>
        <p:txBody>
          <a:bodyPr>
            <a:normAutofit/>
          </a:bodyPr>
          <a:lstStyle>
            <a:lvl1pPr marL="285750" indent="-285750">
              <a:buFont typeface="Arial" panose="020B0704020202020204" pitchFamily="34" charset="0"/>
              <a:buChar char="•"/>
              <a:defRPr sz="15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Supporting text input here. (Sample: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.)</a:t>
            </a:r>
            <a:endParaRPr lang="en-US" dirty="0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76013" y="1122745"/>
            <a:ext cx="0" cy="4993241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41385" y="365125"/>
            <a:ext cx="9833992" cy="1083967"/>
          </a:xfrm>
        </p:spPr>
        <p:txBody>
          <a:bodyPr anchor="t">
            <a:normAutofit/>
          </a:bodyPr>
          <a:lstStyle>
            <a:lvl1pPr>
              <a:defRPr sz="35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Title (with very long text that needs</a:t>
            </a:r>
            <a:br>
              <a:rPr lang="en-US" dirty="0"/>
            </a:br>
            <a:r>
              <a:rPr lang="en-US" dirty="0"/>
              <a:t>extra line) (2 column layout)</a:t>
            </a:r>
            <a:endParaRPr lang="en-US" dirty="0"/>
          </a:p>
        </p:txBody>
      </p:sp>
      <p:pic>
        <p:nvPicPr>
          <p:cNvPr id="8" name="Picture 7" descr="A logo with text on it&#10;&#10;AI-generated content may be incorrect.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5573" y="292589"/>
            <a:ext cx="1191826" cy="505573"/>
          </a:xfrm>
          <a:prstGeom prst="rect">
            <a:avLst/>
          </a:prstGeom>
        </p:spPr>
      </p:pic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0" y="6356350"/>
            <a:ext cx="509596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RTO Code: 51973 I CRICOS Provider Code: 03047E I TEQSA Provider No: PRV14050</a:t>
            </a: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83350" y="6356350"/>
            <a:ext cx="39168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1FB76-252C-4B7C-A7C8-C42DBD9BCA1D}" type="slidenum">
              <a:rPr lang="en-US" smtClean="0"/>
            </a:fld>
            <a:endParaRPr lang="en-US"/>
          </a:p>
        </p:txBody>
      </p:sp>
      <p:sp>
        <p:nvSpPr>
          <p:cNvPr id="11" name="Footer Placeholder 4"/>
          <p:cNvSpPr txBox="1"/>
          <p:nvPr userDrawn="1"/>
        </p:nvSpPr>
        <p:spPr>
          <a:xfrm>
            <a:off x="437072" y="6366144"/>
            <a:ext cx="55675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tx1"/>
                </a:solidFill>
              </a:rPr>
              <a:t>Unit Name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 hasCustomPrompt="1"/>
          </p:nvPr>
        </p:nvSpPr>
        <p:spPr>
          <a:xfrm>
            <a:off x="441383" y="1618938"/>
            <a:ext cx="5412067" cy="4497048"/>
          </a:xfrm>
        </p:spPr>
        <p:txBody>
          <a:bodyPr>
            <a:normAutofit/>
          </a:bodyPr>
          <a:lstStyle>
            <a:lvl1pPr marL="285750" indent="-285750">
              <a:buFont typeface="Arial" panose="020B0704020202020204" pitchFamily="34" charset="0"/>
              <a:buChar char="•"/>
              <a:defRPr sz="15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Supporting text input here. (Sample: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dolore.)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3" hasCustomPrompt="1"/>
          </p:nvPr>
        </p:nvSpPr>
        <p:spPr>
          <a:xfrm>
            <a:off x="6338552" y="1618938"/>
            <a:ext cx="5336487" cy="4497048"/>
          </a:xfrm>
        </p:spPr>
        <p:txBody>
          <a:bodyPr>
            <a:normAutofit/>
          </a:bodyPr>
          <a:lstStyle>
            <a:lvl1pPr marL="285750" indent="-285750">
              <a:buFont typeface="Arial" panose="020B0704020202020204" pitchFamily="34" charset="0"/>
              <a:buChar char="•"/>
              <a:defRPr sz="15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Supporting text input here. (Sample: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dolore.)</a:t>
            </a:r>
            <a:endParaRPr lang="en-US" dirty="0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76013" y="1618938"/>
            <a:ext cx="0" cy="4497048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41385" y="365125"/>
            <a:ext cx="9833992" cy="557317"/>
          </a:xfrm>
        </p:spPr>
        <p:txBody>
          <a:bodyPr anchor="t">
            <a:normAutofit/>
          </a:bodyPr>
          <a:lstStyle>
            <a:lvl1pPr>
              <a:defRPr sz="35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Title (with short line) (2 columns with photo)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41383" y="3853542"/>
            <a:ext cx="5412067" cy="2262443"/>
          </a:xfrm>
        </p:spPr>
        <p:txBody>
          <a:bodyPr>
            <a:normAutofit/>
          </a:bodyPr>
          <a:lstStyle>
            <a:lvl1pPr marL="285750" indent="-285750">
              <a:buFont typeface="Arial" panose="020B0704020202020204" pitchFamily="34" charset="0"/>
              <a:buChar char="•"/>
              <a:defRPr sz="15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Supporting text input here. (Sample: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.)</a:t>
            </a:r>
            <a:endParaRPr lang="en-US" dirty="0"/>
          </a:p>
        </p:txBody>
      </p:sp>
      <p:pic>
        <p:nvPicPr>
          <p:cNvPr id="8" name="Picture 7" descr="A logo with text on it&#10;&#10;AI-generated content may be incorrect.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5573" y="292589"/>
            <a:ext cx="1191826" cy="505573"/>
          </a:xfrm>
          <a:prstGeom prst="rect">
            <a:avLst/>
          </a:prstGeom>
        </p:spPr>
      </p:pic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0" y="6356350"/>
            <a:ext cx="509596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RTO Code: 51973 I CRICOS Provider Code: 03047E I TEQSA Provider No: PRV14050</a:t>
            </a: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83350" y="6356350"/>
            <a:ext cx="39168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1FB76-252C-4B7C-A7C8-C42DBD9BCA1D}" type="slidenum">
              <a:rPr lang="en-US" smtClean="0"/>
            </a:fld>
            <a:endParaRPr lang="en-US"/>
          </a:p>
        </p:txBody>
      </p:sp>
      <p:sp>
        <p:nvSpPr>
          <p:cNvPr id="12" name="Footer Placeholder 4"/>
          <p:cNvSpPr txBox="1"/>
          <p:nvPr userDrawn="1"/>
        </p:nvSpPr>
        <p:spPr>
          <a:xfrm>
            <a:off x="437072" y="6366144"/>
            <a:ext cx="55675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tx1"/>
                </a:solidFill>
              </a:rPr>
              <a:t>Unit Name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3" hasCustomPrompt="1"/>
          </p:nvPr>
        </p:nvSpPr>
        <p:spPr>
          <a:xfrm>
            <a:off x="6338552" y="3853542"/>
            <a:ext cx="5336487" cy="2262443"/>
          </a:xfrm>
        </p:spPr>
        <p:txBody>
          <a:bodyPr>
            <a:normAutofit/>
          </a:bodyPr>
          <a:lstStyle>
            <a:lvl1pPr marL="285750" indent="-285750">
              <a:buFont typeface="Arial" panose="020B0704020202020204" pitchFamily="34" charset="0"/>
              <a:buChar char="•"/>
              <a:defRPr sz="15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Supporting text input here. (Sample: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.)</a:t>
            </a:r>
            <a:endParaRPr lang="en-US" dirty="0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76013" y="1122745"/>
            <a:ext cx="0" cy="4993241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Content Placeholder 2"/>
          <p:cNvSpPr>
            <a:spLocks noGrp="1"/>
          </p:cNvSpPr>
          <p:nvPr>
            <p:ph idx="14" hasCustomPrompt="1"/>
          </p:nvPr>
        </p:nvSpPr>
        <p:spPr>
          <a:xfrm>
            <a:off x="441383" y="1158798"/>
            <a:ext cx="5412067" cy="2454379"/>
          </a:xfrm>
        </p:spPr>
        <p:txBody>
          <a:bodyPr anchor="ctr">
            <a:normAutofit/>
          </a:bodyPr>
          <a:lstStyle>
            <a:lvl1pPr marL="0" indent="0" algn="ctr">
              <a:buFont typeface="Arial" panose="020B0704020202020204" pitchFamily="34" charset="0"/>
              <a:buNone/>
              <a:defRPr sz="15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[photo here]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5" hasCustomPrompt="1"/>
          </p:nvPr>
        </p:nvSpPr>
        <p:spPr>
          <a:xfrm>
            <a:off x="6338552" y="1158798"/>
            <a:ext cx="5336487" cy="2454379"/>
          </a:xfrm>
        </p:spPr>
        <p:txBody>
          <a:bodyPr anchor="ctr">
            <a:normAutofit/>
          </a:bodyPr>
          <a:lstStyle>
            <a:lvl1pPr marL="0" indent="0" algn="ctr">
              <a:buFont typeface="Arial" panose="020B0704020202020204" pitchFamily="34" charset="0"/>
              <a:buNone/>
              <a:defRPr sz="15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[photo here]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41385" y="365125"/>
            <a:ext cx="9833992" cy="557317"/>
          </a:xfrm>
        </p:spPr>
        <p:txBody>
          <a:bodyPr anchor="t">
            <a:normAutofit/>
          </a:bodyPr>
          <a:lstStyle>
            <a:lvl1pPr>
              <a:defRPr sz="35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Title (with short line) (3 horizontal row layout)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41384" y="1188062"/>
            <a:ext cx="11233655" cy="1424511"/>
          </a:xfrm>
        </p:spPr>
        <p:txBody>
          <a:bodyPr>
            <a:normAutofit/>
          </a:bodyPr>
          <a:lstStyle>
            <a:lvl1pPr marL="285750" indent="-285750">
              <a:buFont typeface="Arial" panose="020B0704020202020204" pitchFamily="34" charset="0"/>
              <a:buChar char="•"/>
              <a:defRPr sz="15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Supporting text input here. (Sample: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  <a:endParaRPr lang="en-US" dirty="0"/>
          </a:p>
        </p:txBody>
      </p:sp>
      <p:pic>
        <p:nvPicPr>
          <p:cNvPr id="8" name="Picture 7" descr="A logo with text on it&#10;&#10;AI-generated content may be incorrect.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5573" y="292589"/>
            <a:ext cx="1191826" cy="505573"/>
          </a:xfrm>
          <a:prstGeom prst="rect">
            <a:avLst/>
          </a:prstGeom>
        </p:spPr>
      </p:pic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0" y="6356350"/>
            <a:ext cx="509596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RTO Code: 51973 I CRICOS Provider Code: 03047E I TEQSA Provider No: PRV14050</a:t>
            </a: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83350" y="6356350"/>
            <a:ext cx="39168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1FB76-252C-4B7C-A7C8-C42DBD9BCA1D}" type="slidenum">
              <a:rPr lang="en-US" smtClean="0"/>
            </a:fld>
            <a:endParaRPr lang="en-US"/>
          </a:p>
        </p:txBody>
      </p:sp>
      <p:sp>
        <p:nvSpPr>
          <p:cNvPr id="12" name="Footer Placeholder 4"/>
          <p:cNvSpPr txBox="1"/>
          <p:nvPr userDrawn="1"/>
        </p:nvSpPr>
        <p:spPr>
          <a:xfrm>
            <a:off x="437072" y="6366144"/>
            <a:ext cx="55675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tx1"/>
                </a:solidFill>
              </a:rPr>
              <a:t>Unit Name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3" hasCustomPrompt="1"/>
          </p:nvPr>
        </p:nvSpPr>
        <p:spPr>
          <a:xfrm>
            <a:off x="441384" y="2907596"/>
            <a:ext cx="11233655" cy="1424511"/>
          </a:xfrm>
        </p:spPr>
        <p:txBody>
          <a:bodyPr>
            <a:normAutofit/>
          </a:bodyPr>
          <a:lstStyle>
            <a:lvl1pPr marL="285750" indent="-285750">
              <a:buFont typeface="Arial" panose="020B0704020202020204" pitchFamily="34" charset="0"/>
              <a:buChar char="•"/>
              <a:defRPr sz="15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Supporting text input here. (Sample: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  <a:endParaRPr lang="en-US" dirty="0"/>
          </a:p>
        </p:txBody>
      </p:sp>
      <p:sp>
        <p:nvSpPr>
          <p:cNvPr id="13" name="Content Placeholder 2"/>
          <p:cNvSpPr>
            <a:spLocks noGrp="1"/>
          </p:cNvSpPr>
          <p:nvPr>
            <p:ph idx="14" hasCustomPrompt="1"/>
          </p:nvPr>
        </p:nvSpPr>
        <p:spPr>
          <a:xfrm>
            <a:off x="441384" y="4666219"/>
            <a:ext cx="11233655" cy="1424511"/>
          </a:xfrm>
        </p:spPr>
        <p:txBody>
          <a:bodyPr>
            <a:normAutofit/>
          </a:bodyPr>
          <a:lstStyle>
            <a:lvl1pPr marL="285750" indent="-285750">
              <a:buFont typeface="Arial" panose="020B0704020202020204" pitchFamily="34" charset="0"/>
              <a:buChar char="•"/>
              <a:defRPr sz="15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Supporting text input here. (Sample: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  <a:endParaRPr lang="en-US" dirty="0"/>
          </a:p>
        </p:txBody>
      </p:sp>
      <p:cxnSp>
        <p:nvCxnSpPr>
          <p:cNvPr id="14" name="Straight Connector 13"/>
          <p:cNvCxnSpPr/>
          <p:nvPr userDrawn="1"/>
        </p:nvCxnSpPr>
        <p:spPr>
          <a:xfrm flipH="1">
            <a:off x="437072" y="2752301"/>
            <a:ext cx="11237967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 userDrawn="1"/>
        </p:nvCxnSpPr>
        <p:spPr>
          <a:xfrm flipH="1">
            <a:off x="385626" y="4488572"/>
            <a:ext cx="11289413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41385" y="365125"/>
            <a:ext cx="9833992" cy="1083967"/>
          </a:xfrm>
        </p:spPr>
        <p:txBody>
          <a:bodyPr anchor="t">
            <a:normAutofit/>
          </a:bodyPr>
          <a:lstStyle>
            <a:lvl1pPr>
              <a:defRPr sz="35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Title (with very long text that needs</a:t>
            </a:r>
            <a:br>
              <a:rPr lang="en-US" dirty="0"/>
            </a:br>
            <a:r>
              <a:rPr lang="en-US" dirty="0"/>
              <a:t>extra line) (2 column, 2 row dividers)</a:t>
            </a:r>
            <a:endParaRPr lang="en-US" dirty="0"/>
          </a:p>
        </p:txBody>
      </p:sp>
      <p:pic>
        <p:nvPicPr>
          <p:cNvPr id="8" name="Picture 7" descr="A logo with text on it&#10;&#10;AI-generated content may be incorrect.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5573" y="292589"/>
            <a:ext cx="1191826" cy="505573"/>
          </a:xfrm>
          <a:prstGeom prst="rect">
            <a:avLst/>
          </a:prstGeom>
        </p:spPr>
      </p:pic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0" y="6356350"/>
            <a:ext cx="509596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RTO Code: 51973 I CRICOS Provider Code: 03047E I TEQSA Provider No: PRV14050</a:t>
            </a: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83350" y="6356350"/>
            <a:ext cx="39168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1FB76-252C-4B7C-A7C8-C42DBD9BCA1D}" type="slidenum">
              <a:rPr lang="en-US" smtClean="0"/>
            </a:fld>
            <a:endParaRPr lang="en-US"/>
          </a:p>
        </p:txBody>
      </p:sp>
      <p:sp>
        <p:nvSpPr>
          <p:cNvPr id="11" name="Footer Placeholder 4"/>
          <p:cNvSpPr txBox="1"/>
          <p:nvPr userDrawn="1"/>
        </p:nvSpPr>
        <p:spPr>
          <a:xfrm>
            <a:off x="437072" y="6366144"/>
            <a:ext cx="55675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tx1"/>
                </a:solidFill>
              </a:rPr>
              <a:t>Unit Name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 hasCustomPrompt="1"/>
          </p:nvPr>
        </p:nvSpPr>
        <p:spPr>
          <a:xfrm>
            <a:off x="441383" y="1618939"/>
            <a:ext cx="5412067" cy="2048851"/>
          </a:xfrm>
        </p:spPr>
        <p:txBody>
          <a:bodyPr>
            <a:normAutofit/>
          </a:bodyPr>
          <a:lstStyle>
            <a:lvl1pPr marL="285750" indent="-285750">
              <a:buFont typeface="Arial" panose="020B0704020202020204" pitchFamily="34" charset="0"/>
              <a:buChar char="•"/>
              <a:defRPr sz="15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Supporting text input here. (Sample: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provident.)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3" hasCustomPrompt="1"/>
          </p:nvPr>
        </p:nvSpPr>
        <p:spPr>
          <a:xfrm>
            <a:off x="6338552" y="1618938"/>
            <a:ext cx="5336487" cy="2048851"/>
          </a:xfrm>
        </p:spPr>
        <p:txBody>
          <a:bodyPr>
            <a:normAutofit/>
          </a:bodyPr>
          <a:lstStyle>
            <a:lvl1pPr marL="285750" indent="-285750">
              <a:buFont typeface="Arial" panose="020B0704020202020204" pitchFamily="34" charset="0"/>
              <a:buChar char="•"/>
              <a:defRPr sz="15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Supporting text input here. (Sample: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provident.)</a:t>
            </a:r>
            <a:endParaRPr lang="en-US" dirty="0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76013" y="1618938"/>
            <a:ext cx="0" cy="4497048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 userDrawn="1"/>
        </p:nvCxnSpPr>
        <p:spPr>
          <a:xfrm flipH="1">
            <a:off x="385626" y="3851757"/>
            <a:ext cx="11289413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7" name="Content Placeholder 2"/>
          <p:cNvSpPr>
            <a:spLocks noGrp="1"/>
          </p:cNvSpPr>
          <p:nvPr>
            <p:ph idx="14" hasCustomPrompt="1"/>
          </p:nvPr>
        </p:nvSpPr>
        <p:spPr>
          <a:xfrm>
            <a:off x="441383" y="4084526"/>
            <a:ext cx="5412067" cy="2048851"/>
          </a:xfrm>
        </p:spPr>
        <p:txBody>
          <a:bodyPr>
            <a:normAutofit/>
          </a:bodyPr>
          <a:lstStyle>
            <a:lvl1pPr marL="285750" indent="-285750">
              <a:buFont typeface="Arial" panose="020B0704020202020204" pitchFamily="34" charset="0"/>
              <a:buChar char="•"/>
              <a:defRPr sz="15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Supporting text input here. (Sample: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provident.)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5" hasCustomPrompt="1"/>
          </p:nvPr>
        </p:nvSpPr>
        <p:spPr>
          <a:xfrm>
            <a:off x="6338552" y="4084525"/>
            <a:ext cx="5336487" cy="2048851"/>
          </a:xfrm>
        </p:spPr>
        <p:txBody>
          <a:bodyPr>
            <a:normAutofit/>
          </a:bodyPr>
          <a:lstStyle>
            <a:lvl1pPr marL="285750" indent="-285750">
              <a:buFont typeface="Arial" panose="020B0704020202020204" pitchFamily="34" charset="0"/>
              <a:buChar char="•"/>
              <a:defRPr sz="15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Supporting text input here. (Sample: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provident.)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41385" y="365125"/>
            <a:ext cx="9833992" cy="557317"/>
          </a:xfrm>
        </p:spPr>
        <p:txBody>
          <a:bodyPr anchor="t">
            <a:normAutofit/>
          </a:bodyPr>
          <a:lstStyle>
            <a:lvl1pPr>
              <a:defRPr sz="35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Title (with short line) (3 columns layout)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41383" y="1122745"/>
            <a:ext cx="3314183" cy="4993241"/>
          </a:xfrm>
        </p:spPr>
        <p:txBody>
          <a:bodyPr>
            <a:normAutofit/>
          </a:bodyPr>
          <a:lstStyle>
            <a:lvl1pPr marL="285750" indent="-285750">
              <a:buFont typeface="Arial" panose="020B0704020202020204" pitchFamily="34" charset="0"/>
              <a:buChar char="•"/>
              <a:defRPr sz="15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Supporting text input here. (Sample: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. )</a:t>
            </a:r>
            <a:endParaRPr lang="en-US" dirty="0"/>
          </a:p>
        </p:txBody>
      </p:sp>
      <p:pic>
        <p:nvPicPr>
          <p:cNvPr id="8" name="Picture 7" descr="A logo with text on it&#10;&#10;AI-generated content may be incorrect.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5573" y="292589"/>
            <a:ext cx="1191826" cy="505573"/>
          </a:xfrm>
          <a:prstGeom prst="rect">
            <a:avLst/>
          </a:prstGeom>
        </p:spPr>
      </p:pic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0" y="6356350"/>
            <a:ext cx="509596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RTO Code: 51973 I CRICOS Provider Code: 03047E I TEQSA Provider No: PRV14050</a:t>
            </a: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83350" y="6356350"/>
            <a:ext cx="39168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1FB76-252C-4B7C-A7C8-C42DBD9BCA1D}" type="slidenum">
              <a:rPr lang="en-US" smtClean="0"/>
            </a:fld>
            <a:endParaRPr lang="en-US"/>
          </a:p>
        </p:txBody>
      </p:sp>
      <p:sp>
        <p:nvSpPr>
          <p:cNvPr id="12" name="Footer Placeholder 4"/>
          <p:cNvSpPr txBox="1"/>
          <p:nvPr userDrawn="1"/>
        </p:nvSpPr>
        <p:spPr>
          <a:xfrm>
            <a:off x="437072" y="6366144"/>
            <a:ext cx="55675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tx1"/>
                </a:solidFill>
              </a:rPr>
              <a:t>Unit Name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4067598" y="1122745"/>
            <a:ext cx="0" cy="4993241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3" name="Content Placeholder 2"/>
          <p:cNvSpPr>
            <a:spLocks noGrp="1"/>
          </p:cNvSpPr>
          <p:nvPr>
            <p:ph idx="13" hasCustomPrompt="1"/>
          </p:nvPr>
        </p:nvSpPr>
        <p:spPr>
          <a:xfrm>
            <a:off x="4438908" y="1122743"/>
            <a:ext cx="3314183" cy="4993241"/>
          </a:xfrm>
        </p:spPr>
        <p:txBody>
          <a:bodyPr>
            <a:normAutofit/>
          </a:bodyPr>
          <a:lstStyle>
            <a:lvl1pPr marL="285750" indent="-285750">
              <a:buFont typeface="Arial" panose="020B0704020202020204" pitchFamily="34" charset="0"/>
              <a:buChar char="•"/>
              <a:defRPr sz="15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Supporting text input here. (Sample: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. )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4" hasCustomPrompt="1"/>
          </p:nvPr>
        </p:nvSpPr>
        <p:spPr>
          <a:xfrm>
            <a:off x="8360856" y="1122744"/>
            <a:ext cx="3314183" cy="4993241"/>
          </a:xfrm>
        </p:spPr>
        <p:txBody>
          <a:bodyPr>
            <a:normAutofit/>
          </a:bodyPr>
          <a:lstStyle>
            <a:lvl1pPr marL="285750" indent="-285750">
              <a:buFont typeface="Arial" panose="020B0704020202020204" pitchFamily="34" charset="0"/>
              <a:buChar char="•"/>
              <a:defRPr sz="15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Supporting text input here. (Sample: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. )</a:t>
            </a:r>
            <a:endParaRPr lang="en-US" dirty="0"/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8040884" y="1122742"/>
            <a:ext cx="0" cy="4993241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41385" y="365125"/>
            <a:ext cx="9833992" cy="557317"/>
          </a:xfrm>
        </p:spPr>
        <p:txBody>
          <a:bodyPr anchor="t">
            <a:normAutofit/>
          </a:bodyPr>
          <a:lstStyle>
            <a:lvl1pPr>
              <a:defRPr sz="35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Title (with short line) (3 columns layout)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41383" y="3071012"/>
            <a:ext cx="3314183" cy="3008384"/>
          </a:xfrm>
        </p:spPr>
        <p:txBody>
          <a:bodyPr>
            <a:normAutofit/>
          </a:bodyPr>
          <a:lstStyle>
            <a:lvl1pPr marL="285750" indent="-285750">
              <a:buFont typeface="Arial" panose="020B0704020202020204" pitchFamily="34" charset="0"/>
              <a:buChar char="•"/>
              <a:defRPr sz="15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Supporting text input here. (Sample: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.)</a:t>
            </a:r>
            <a:endParaRPr lang="en-US" dirty="0"/>
          </a:p>
        </p:txBody>
      </p:sp>
      <p:pic>
        <p:nvPicPr>
          <p:cNvPr id="8" name="Picture 7" descr="A logo with text on it&#10;&#10;AI-generated content may be incorrect.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5573" y="292589"/>
            <a:ext cx="1191826" cy="505573"/>
          </a:xfrm>
          <a:prstGeom prst="rect">
            <a:avLst/>
          </a:prstGeom>
        </p:spPr>
      </p:pic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0" y="6356350"/>
            <a:ext cx="509596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RTO Code: 51973 I CRICOS Provider Code: 03047E I TEQSA Provider No: PRV14050</a:t>
            </a: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83350" y="6356350"/>
            <a:ext cx="39168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1FB76-252C-4B7C-A7C8-C42DBD9BCA1D}" type="slidenum">
              <a:rPr lang="en-US" smtClean="0"/>
            </a:fld>
            <a:endParaRPr lang="en-US"/>
          </a:p>
        </p:txBody>
      </p:sp>
      <p:sp>
        <p:nvSpPr>
          <p:cNvPr id="12" name="Footer Placeholder 4"/>
          <p:cNvSpPr txBox="1"/>
          <p:nvPr userDrawn="1"/>
        </p:nvSpPr>
        <p:spPr>
          <a:xfrm>
            <a:off x="437072" y="6366144"/>
            <a:ext cx="55675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tx1"/>
                </a:solidFill>
              </a:rPr>
              <a:t>Unit Name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4067598" y="1122745"/>
            <a:ext cx="0" cy="4993241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 userDrawn="1"/>
        </p:nvCxnSpPr>
        <p:spPr>
          <a:xfrm>
            <a:off x="8040884" y="1122742"/>
            <a:ext cx="0" cy="4993241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" name="Content Placeholder 2"/>
          <p:cNvSpPr>
            <a:spLocks noGrp="1"/>
          </p:cNvSpPr>
          <p:nvPr>
            <p:ph idx="13" hasCustomPrompt="1"/>
          </p:nvPr>
        </p:nvSpPr>
        <p:spPr>
          <a:xfrm>
            <a:off x="4397150" y="3071012"/>
            <a:ext cx="3314183" cy="3008384"/>
          </a:xfrm>
        </p:spPr>
        <p:txBody>
          <a:bodyPr>
            <a:normAutofit/>
          </a:bodyPr>
          <a:lstStyle>
            <a:lvl1pPr marL="285750" indent="-285750">
              <a:buFont typeface="Arial" panose="020B0704020202020204" pitchFamily="34" charset="0"/>
              <a:buChar char="•"/>
              <a:defRPr sz="15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Supporting text input here. (Sample: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.)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4" hasCustomPrompt="1"/>
          </p:nvPr>
        </p:nvSpPr>
        <p:spPr>
          <a:xfrm>
            <a:off x="8360856" y="3071012"/>
            <a:ext cx="3314183" cy="3008384"/>
          </a:xfrm>
        </p:spPr>
        <p:txBody>
          <a:bodyPr>
            <a:normAutofit/>
          </a:bodyPr>
          <a:lstStyle>
            <a:lvl1pPr marL="285750" indent="-285750">
              <a:buFont typeface="Arial" panose="020B0704020202020204" pitchFamily="34" charset="0"/>
              <a:buChar char="•"/>
              <a:defRPr sz="15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Supporting text input here. (Sample: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.)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5" hasCustomPrompt="1"/>
          </p:nvPr>
        </p:nvSpPr>
        <p:spPr>
          <a:xfrm>
            <a:off x="441383" y="1188058"/>
            <a:ext cx="3314183" cy="1671316"/>
          </a:xfrm>
        </p:spPr>
        <p:txBody>
          <a:bodyPr anchor="ctr">
            <a:normAutofit/>
          </a:bodyPr>
          <a:lstStyle>
            <a:lvl1pPr marL="0" indent="0" algn="ctr">
              <a:buFont typeface="Arial" panose="020B0704020202020204" pitchFamily="34" charset="0"/>
              <a:buNone/>
              <a:defRPr sz="15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[photo here]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6" hasCustomPrompt="1"/>
          </p:nvPr>
        </p:nvSpPr>
        <p:spPr>
          <a:xfrm>
            <a:off x="4414668" y="1188058"/>
            <a:ext cx="3314183" cy="1671316"/>
          </a:xfrm>
        </p:spPr>
        <p:txBody>
          <a:bodyPr anchor="ctr">
            <a:normAutofit/>
          </a:bodyPr>
          <a:lstStyle>
            <a:lvl1pPr marL="0" indent="0" algn="ctr">
              <a:buFont typeface="Arial" panose="020B0704020202020204" pitchFamily="34" charset="0"/>
              <a:buNone/>
              <a:defRPr sz="15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[photo here]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idx="17" hasCustomPrompt="1"/>
          </p:nvPr>
        </p:nvSpPr>
        <p:spPr>
          <a:xfrm>
            <a:off x="8370436" y="1188058"/>
            <a:ext cx="3314183" cy="1671316"/>
          </a:xfrm>
        </p:spPr>
        <p:txBody>
          <a:bodyPr anchor="ctr">
            <a:normAutofit/>
          </a:bodyPr>
          <a:lstStyle>
            <a:lvl1pPr marL="0" indent="0" algn="ctr">
              <a:buFont typeface="Arial" panose="020B0704020202020204" pitchFamily="34" charset="0"/>
              <a:buNone/>
              <a:defRPr sz="15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[photo here]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41385" y="740684"/>
            <a:ext cx="9833992" cy="557317"/>
          </a:xfrm>
        </p:spPr>
        <p:txBody>
          <a:bodyPr anchor="t">
            <a:normAutofit/>
          </a:bodyPr>
          <a:lstStyle>
            <a:lvl1pPr>
              <a:defRPr sz="35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Stanley College </a:t>
            </a:r>
            <a:r>
              <a:rPr lang="en-US" dirty="0" err="1"/>
              <a:t>Colours</a:t>
            </a:r>
            <a:endParaRPr lang="en-US" dirty="0"/>
          </a:p>
        </p:txBody>
      </p:sp>
      <p:pic>
        <p:nvPicPr>
          <p:cNvPr id="8" name="Picture 7" descr="A logo with text on it&#10;&#10;AI-generated content may be incorrect.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5573" y="292589"/>
            <a:ext cx="1191826" cy="505573"/>
          </a:xfrm>
          <a:prstGeom prst="rect">
            <a:avLst/>
          </a:prstGeom>
        </p:spPr>
      </p:pic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0" y="6356350"/>
            <a:ext cx="509596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RTO Code: 51973 I CRICOS Provider Code: 03047E I TEQSA Provider No: PRV14050</a:t>
            </a: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83350" y="6356350"/>
            <a:ext cx="39168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1FB76-252C-4B7C-A7C8-C42DBD9BCA1D}" type="slidenum">
              <a:rPr lang="en-US" smtClean="0"/>
            </a:fld>
            <a:endParaRPr lang="en-US"/>
          </a:p>
        </p:txBody>
      </p:sp>
      <p:sp>
        <p:nvSpPr>
          <p:cNvPr id="12" name="Footer Placeholder 4"/>
          <p:cNvSpPr txBox="1"/>
          <p:nvPr userDrawn="1"/>
        </p:nvSpPr>
        <p:spPr>
          <a:xfrm>
            <a:off x="437072" y="6366144"/>
            <a:ext cx="55675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tx1"/>
                </a:solidFill>
              </a:rPr>
              <a:t>Unit Name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4" hasCustomPrompt="1"/>
          </p:nvPr>
        </p:nvSpPr>
        <p:spPr>
          <a:xfrm>
            <a:off x="437072" y="1759344"/>
            <a:ext cx="9833992" cy="365125"/>
          </a:xfrm>
        </p:spPr>
        <p:txBody>
          <a:bodyPr>
            <a:noAutofit/>
          </a:bodyPr>
          <a:lstStyle>
            <a:lvl1pPr marL="0" indent="0">
              <a:buFont typeface="Arial" panose="020B0704020202020204" pitchFamily="34" charset="0"/>
              <a:buNone/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Main </a:t>
            </a:r>
            <a:r>
              <a:rPr lang="en-US" dirty="0" err="1"/>
              <a:t>Colours</a:t>
            </a:r>
            <a:r>
              <a:rPr lang="en-US" dirty="0"/>
              <a:t>:</a:t>
            </a:r>
            <a:endParaRPr lang="en-US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437072" y="2414265"/>
            <a:ext cx="1930573" cy="29724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accent2"/>
              </a:solidFill>
            </a:endParaRPr>
          </a:p>
        </p:txBody>
      </p:sp>
      <p:sp>
        <p:nvSpPr>
          <p:cNvPr id="14" name="Rectangle 13"/>
          <p:cNvSpPr/>
          <p:nvPr userDrawn="1"/>
        </p:nvSpPr>
        <p:spPr>
          <a:xfrm>
            <a:off x="2793829" y="2414264"/>
            <a:ext cx="1930573" cy="29724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/>
          <p:cNvSpPr/>
          <p:nvPr userDrawn="1"/>
        </p:nvSpPr>
        <p:spPr>
          <a:xfrm>
            <a:off x="5150586" y="2414264"/>
            <a:ext cx="1930573" cy="29724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/>
          <p:cNvSpPr/>
          <p:nvPr userDrawn="1"/>
        </p:nvSpPr>
        <p:spPr>
          <a:xfrm>
            <a:off x="7507343" y="2414263"/>
            <a:ext cx="1930573" cy="297241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Content Placeholder 2"/>
          <p:cNvSpPr>
            <a:spLocks noGrp="1"/>
          </p:cNvSpPr>
          <p:nvPr>
            <p:ph idx="1" hasCustomPrompt="1"/>
          </p:nvPr>
        </p:nvSpPr>
        <p:spPr>
          <a:xfrm>
            <a:off x="700542" y="4006311"/>
            <a:ext cx="1126160" cy="139485"/>
          </a:xfrm>
        </p:spPr>
        <p:txBody>
          <a:bodyPr anchor="t">
            <a:normAutofit/>
          </a:bodyPr>
          <a:lstStyle>
            <a:lvl1pPr marL="0" indent="0">
              <a:buFont typeface="Arial" panose="020B0704020202020204" pitchFamily="34" charset="0"/>
              <a:buNone/>
              <a:defRPr sz="150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R – 0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8" hasCustomPrompt="1"/>
          </p:nvPr>
        </p:nvSpPr>
        <p:spPr>
          <a:xfrm>
            <a:off x="700542" y="4415967"/>
            <a:ext cx="1126160" cy="139485"/>
          </a:xfrm>
        </p:spPr>
        <p:txBody>
          <a:bodyPr anchor="t">
            <a:normAutofit/>
          </a:bodyPr>
          <a:lstStyle>
            <a:lvl1pPr marL="0" indent="0">
              <a:buFont typeface="Arial" panose="020B0704020202020204" pitchFamily="34" charset="0"/>
              <a:buNone/>
              <a:defRPr sz="150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G – 102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9" hasCustomPrompt="1"/>
          </p:nvPr>
        </p:nvSpPr>
        <p:spPr>
          <a:xfrm>
            <a:off x="700542" y="4829522"/>
            <a:ext cx="1126160" cy="139485"/>
          </a:xfrm>
        </p:spPr>
        <p:txBody>
          <a:bodyPr anchor="t">
            <a:normAutofit/>
          </a:bodyPr>
          <a:lstStyle>
            <a:lvl1pPr marL="0" indent="0">
              <a:buFont typeface="Arial" panose="020B0704020202020204" pitchFamily="34" charset="0"/>
              <a:buNone/>
              <a:defRPr sz="150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B – 98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20" hasCustomPrompt="1"/>
          </p:nvPr>
        </p:nvSpPr>
        <p:spPr>
          <a:xfrm>
            <a:off x="3060434" y="4006311"/>
            <a:ext cx="1126160" cy="139485"/>
          </a:xfrm>
        </p:spPr>
        <p:txBody>
          <a:bodyPr anchor="t">
            <a:normAutofit/>
          </a:bodyPr>
          <a:lstStyle>
            <a:lvl1pPr marL="0" indent="0">
              <a:buFont typeface="Arial" panose="020B0704020202020204" pitchFamily="34" charset="0"/>
              <a:buNone/>
              <a:defRPr sz="1500">
                <a:solidFill>
                  <a:schemeClr val="tx1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R – 252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21" hasCustomPrompt="1"/>
          </p:nvPr>
        </p:nvSpPr>
        <p:spPr>
          <a:xfrm>
            <a:off x="3060434" y="4415967"/>
            <a:ext cx="1126160" cy="139485"/>
          </a:xfrm>
        </p:spPr>
        <p:txBody>
          <a:bodyPr anchor="t">
            <a:normAutofit/>
          </a:bodyPr>
          <a:lstStyle>
            <a:lvl1pPr marL="0" indent="0">
              <a:buFont typeface="Arial" panose="020B0704020202020204" pitchFamily="34" charset="0"/>
              <a:buNone/>
              <a:defRPr sz="1500">
                <a:solidFill>
                  <a:schemeClr val="tx1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G – 214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22" hasCustomPrompt="1"/>
          </p:nvPr>
        </p:nvSpPr>
        <p:spPr>
          <a:xfrm>
            <a:off x="3060434" y="4829522"/>
            <a:ext cx="1126160" cy="139485"/>
          </a:xfrm>
        </p:spPr>
        <p:txBody>
          <a:bodyPr anchor="t">
            <a:normAutofit/>
          </a:bodyPr>
          <a:lstStyle>
            <a:lvl1pPr marL="0" indent="0">
              <a:buFont typeface="Arial" panose="020B0704020202020204" pitchFamily="34" charset="0"/>
              <a:buNone/>
              <a:defRPr sz="1500">
                <a:solidFill>
                  <a:schemeClr val="tx1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B – 11</a:t>
            </a:r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idx="23" hasCustomPrompt="1"/>
          </p:nvPr>
        </p:nvSpPr>
        <p:spPr>
          <a:xfrm>
            <a:off x="5414056" y="4001255"/>
            <a:ext cx="1126160" cy="139485"/>
          </a:xfrm>
        </p:spPr>
        <p:txBody>
          <a:bodyPr anchor="t">
            <a:normAutofit/>
          </a:bodyPr>
          <a:lstStyle>
            <a:lvl1pPr marL="0" indent="0">
              <a:buFont typeface="Arial" panose="020B0704020202020204" pitchFamily="34" charset="0"/>
              <a:buNone/>
              <a:defRPr sz="1500">
                <a:solidFill>
                  <a:schemeClr val="tx1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R – 201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idx="24" hasCustomPrompt="1"/>
          </p:nvPr>
        </p:nvSpPr>
        <p:spPr>
          <a:xfrm>
            <a:off x="5414056" y="4410911"/>
            <a:ext cx="1126160" cy="139485"/>
          </a:xfrm>
        </p:spPr>
        <p:txBody>
          <a:bodyPr anchor="t">
            <a:normAutofit/>
          </a:bodyPr>
          <a:lstStyle>
            <a:lvl1pPr marL="0" indent="0">
              <a:buFont typeface="Arial" panose="020B0704020202020204" pitchFamily="34" charset="0"/>
              <a:buNone/>
              <a:defRPr sz="1500">
                <a:solidFill>
                  <a:schemeClr val="tx1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G – 215</a:t>
            </a:r>
            <a:endParaRPr lang="en-US" dirty="0"/>
          </a:p>
        </p:txBody>
      </p:sp>
      <p:sp>
        <p:nvSpPr>
          <p:cNvPr id="19" name="Content Placeholder 2"/>
          <p:cNvSpPr>
            <a:spLocks noGrp="1"/>
          </p:cNvSpPr>
          <p:nvPr>
            <p:ph idx="25" hasCustomPrompt="1"/>
          </p:nvPr>
        </p:nvSpPr>
        <p:spPr>
          <a:xfrm>
            <a:off x="5414056" y="4824466"/>
            <a:ext cx="1126160" cy="139485"/>
          </a:xfrm>
        </p:spPr>
        <p:txBody>
          <a:bodyPr anchor="t">
            <a:normAutofit/>
          </a:bodyPr>
          <a:lstStyle>
            <a:lvl1pPr marL="0" indent="0">
              <a:buFont typeface="Arial" panose="020B0704020202020204" pitchFamily="34" charset="0"/>
              <a:buNone/>
              <a:defRPr sz="1500">
                <a:solidFill>
                  <a:schemeClr val="tx1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B – 238</a:t>
            </a:r>
            <a:endParaRPr lang="en-US" dirty="0"/>
          </a:p>
        </p:txBody>
      </p:sp>
      <p:sp>
        <p:nvSpPr>
          <p:cNvPr id="24" name="Content Placeholder 2"/>
          <p:cNvSpPr>
            <a:spLocks noGrp="1"/>
          </p:cNvSpPr>
          <p:nvPr>
            <p:ph idx="26" hasCustomPrompt="1"/>
          </p:nvPr>
        </p:nvSpPr>
        <p:spPr>
          <a:xfrm>
            <a:off x="7770813" y="4001255"/>
            <a:ext cx="1126160" cy="139485"/>
          </a:xfrm>
        </p:spPr>
        <p:txBody>
          <a:bodyPr anchor="t">
            <a:normAutofit/>
          </a:bodyPr>
          <a:lstStyle>
            <a:lvl1pPr marL="0" indent="0">
              <a:buFont typeface="Arial" panose="020B0704020202020204" pitchFamily="34" charset="0"/>
              <a:buNone/>
              <a:defRPr sz="150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R – 28</a:t>
            </a:r>
            <a:endParaRPr lang="en-US" dirty="0"/>
          </a:p>
        </p:txBody>
      </p:sp>
      <p:sp>
        <p:nvSpPr>
          <p:cNvPr id="25" name="Content Placeholder 2"/>
          <p:cNvSpPr>
            <a:spLocks noGrp="1"/>
          </p:cNvSpPr>
          <p:nvPr>
            <p:ph idx="27" hasCustomPrompt="1"/>
          </p:nvPr>
        </p:nvSpPr>
        <p:spPr>
          <a:xfrm>
            <a:off x="7770813" y="4410911"/>
            <a:ext cx="1126160" cy="139485"/>
          </a:xfrm>
        </p:spPr>
        <p:txBody>
          <a:bodyPr anchor="t">
            <a:normAutofit/>
          </a:bodyPr>
          <a:lstStyle>
            <a:lvl1pPr marL="0" indent="0">
              <a:buFont typeface="Arial" panose="020B0704020202020204" pitchFamily="34" charset="0"/>
              <a:buNone/>
              <a:defRPr sz="150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G – 43</a:t>
            </a:r>
            <a:endParaRPr lang="en-US" dirty="0"/>
          </a:p>
        </p:txBody>
      </p:sp>
      <p:sp>
        <p:nvSpPr>
          <p:cNvPr id="26" name="Content Placeholder 2"/>
          <p:cNvSpPr>
            <a:spLocks noGrp="1"/>
          </p:cNvSpPr>
          <p:nvPr>
            <p:ph idx="28" hasCustomPrompt="1"/>
          </p:nvPr>
        </p:nvSpPr>
        <p:spPr>
          <a:xfrm>
            <a:off x="7770813" y="4824466"/>
            <a:ext cx="1126160" cy="139485"/>
          </a:xfrm>
        </p:spPr>
        <p:txBody>
          <a:bodyPr anchor="t">
            <a:normAutofit/>
          </a:bodyPr>
          <a:lstStyle>
            <a:lvl1pPr marL="0" indent="0">
              <a:buFont typeface="Arial" panose="020B0704020202020204" pitchFamily="34" charset="0"/>
              <a:buNone/>
              <a:defRPr sz="150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B – 57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>
          <a:xfrm>
            <a:off x="0" y="-925874"/>
            <a:ext cx="12191999" cy="7631475"/>
            <a:chOff x="1523999" y="3794"/>
            <a:chExt cx="9144001" cy="6701807"/>
          </a:xfrm>
        </p:grpSpPr>
        <p:sp>
          <p:nvSpPr>
            <p:cNvPr id="8" name="Snip Single Corner Rectangle 5"/>
            <p:cNvSpPr/>
            <p:nvPr/>
          </p:nvSpPr>
          <p:spPr>
            <a:xfrm>
              <a:off x="1524000" y="1757571"/>
              <a:ext cx="5867400" cy="3048000"/>
            </a:xfrm>
            <a:custGeom>
              <a:avLst/>
              <a:gdLst>
                <a:gd name="connsiteX0" fmla="*/ 0 w 5867400"/>
                <a:gd name="connsiteY0" fmla="*/ 0 h 3048000"/>
                <a:gd name="connsiteX1" fmla="*/ 4343400 w 5867400"/>
                <a:gd name="connsiteY1" fmla="*/ 0 h 3048000"/>
                <a:gd name="connsiteX2" fmla="*/ 5867400 w 5867400"/>
                <a:gd name="connsiteY2" fmla="*/ 1524000 h 3048000"/>
                <a:gd name="connsiteX3" fmla="*/ 5867400 w 5867400"/>
                <a:gd name="connsiteY3" fmla="*/ 3048000 h 3048000"/>
                <a:gd name="connsiteX4" fmla="*/ 0 w 5867400"/>
                <a:gd name="connsiteY4" fmla="*/ 3048000 h 3048000"/>
                <a:gd name="connsiteX5" fmla="*/ 0 w 5867400"/>
                <a:gd name="connsiteY5" fmla="*/ 0 h 3048000"/>
                <a:gd name="connsiteX0-1" fmla="*/ 0 w 5867400"/>
                <a:gd name="connsiteY0-2" fmla="*/ 0 h 3048000"/>
                <a:gd name="connsiteX1-3" fmla="*/ 4343400 w 5867400"/>
                <a:gd name="connsiteY1-4" fmla="*/ 0 h 3048000"/>
                <a:gd name="connsiteX2-5" fmla="*/ 5355772 w 5867400"/>
                <a:gd name="connsiteY2-6" fmla="*/ 1915885 h 3048000"/>
                <a:gd name="connsiteX3-7" fmla="*/ 5867400 w 5867400"/>
                <a:gd name="connsiteY3-8" fmla="*/ 3048000 h 3048000"/>
                <a:gd name="connsiteX4-9" fmla="*/ 0 w 5867400"/>
                <a:gd name="connsiteY4-10" fmla="*/ 3048000 h 3048000"/>
                <a:gd name="connsiteX5-11" fmla="*/ 0 w 5867400"/>
                <a:gd name="connsiteY5-12" fmla="*/ 0 h 3048000"/>
                <a:gd name="connsiteX0-13" fmla="*/ 0 w 5867400"/>
                <a:gd name="connsiteY0-14" fmla="*/ 0 h 3048000"/>
                <a:gd name="connsiteX1-15" fmla="*/ 4343400 w 5867400"/>
                <a:gd name="connsiteY1-16" fmla="*/ 0 h 3048000"/>
                <a:gd name="connsiteX2-17" fmla="*/ 5312229 w 5867400"/>
                <a:gd name="connsiteY2-18" fmla="*/ 1948542 h 3048000"/>
                <a:gd name="connsiteX3-19" fmla="*/ 5867400 w 5867400"/>
                <a:gd name="connsiteY3-20" fmla="*/ 3048000 h 3048000"/>
                <a:gd name="connsiteX4-21" fmla="*/ 0 w 5867400"/>
                <a:gd name="connsiteY4-22" fmla="*/ 3048000 h 3048000"/>
                <a:gd name="connsiteX5-23" fmla="*/ 0 w 5867400"/>
                <a:gd name="connsiteY5-24" fmla="*/ 0 h 3048000"/>
                <a:gd name="connsiteX0-25" fmla="*/ 0 w 5867400"/>
                <a:gd name="connsiteY0-26" fmla="*/ 0 h 3048000"/>
                <a:gd name="connsiteX1-27" fmla="*/ 3254828 w 5867400"/>
                <a:gd name="connsiteY1-28" fmla="*/ 10886 h 3048000"/>
                <a:gd name="connsiteX2-29" fmla="*/ 5312229 w 5867400"/>
                <a:gd name="connsiteY2-30" fmla="*/ 1948542 h 3048000"/>
                <a:gd name="connsiteX3-31" fmla="*/ 5867400 w 5867400"/>
                <a:gd name="connsiteY3-32" fmla="*/ 3048000 h 3048000"/>
                <a:gd name="connsiteX4-33" fmla="*/ 0 w 5867400"/>
                <a:gd name="connsiteY4-34" fmla="*/ 3048000 h 3048000"/>
                <a:gd name="connsiteX5-35" fmla="*/ 0 w 5867400"/>
                <a:gd name="connsiteY5-36" fmla="*/ 0 h 3048000"/>
                <a:gd name="connsiteX0-37" fmla="*/ 0 w 5867400"/>
                <a:gd name="connsiteY0-38" fmla="*/ 0 h 3048000"/>
                <a:gd name="connsiteX1-39" fmla="*/ 3254828 w 5867400"/>
                <a:gd name="connsiteY1-40" fmla="*/ 10886 h 3048000"/>
                <a:gd name="connsiteX2-41" fmla="*/ 5083629 w 5867400"/>
                <a:gd name="connsiteY2-42" fmla="*/ 2144485 h 3048000"/>
                <a:gd name="connsiteX3-43" fmla="*/ 5867400 w 5867400"/>
                <a:gd name="connsiteY3-44" fmla="*/ 3048000 h 3048000"/>
                <a:gd name="connsiteX4-45" fmla="*/ 0 w 5867400"/>
                <a:gd name="connsiteY4-46" fmla="*/ 3048000 h 3048000"/>
                <a:gd name="connsiteX5-47" fmla="*/ 0 w 5867400"/>
                <a:gd name="connsiteY5-48" fmla="*/ 0 h 3048000"/>
                <a:gd name="connsiteX0-49" fmla="*/ 0 w 5867400"/>
                <a:gd name="connsiteY0-50" fmla="*/ 0 h 3048000"/>
                <a:gd name="connsiteX1-51" fmla="*/ 3254828 w 5867400"/>
                <a:gd name="connsiteY1-52" fmla="*/ 10886 h 3048000"/>
                <a:gd name="connsiteX2-53" fmla="*/ 5867400 w 5867400"/>
                <a:gd name="connsiteY2-54" fmla="*/ 3048000 h 3048000"/>
                <a:gd name="connsiteX3-55" fmla="*/ 0 w 5867400"/>
                <a:gd name="connsiteY3-56" fmla="*/ 3048000 h 3048000"/>
                <a:gd name="connsiteX4-57" fmla="*/ 0 w 5867400"/>
                <a:gd name="connsiteY4-58" fmla="*/ 0 h 30480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5867400" h="3048000">
                  <a:moveTo>
                    <a:pt x="0" y="0"/>
                  </a:moveTo>
                  <a:lnTo>
                    <a:pt x="3254828" y="10886"/>
                  </a:lnTo>
                  <a:lnTo>
                    <a:pt x="5867400" y="3048000"/>
                  </a:lnTo>
                  <a:lnTo>
                    <a:pt x="0" y="304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234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+mn-ea"/>
                <a:cs typeface="+mn-cs"/>
              </a:endParaRPr>
            </a:p>
          </p:txBody>
        </p:sp>
        <p:sp>
          <p:nvSpPr>
            <p:cNvPr id="9" name="Isosceles Triangle 8"/>
            <p:cNvSpPr/>
            <p:nvPr/>
          </p:nvSpPr>
          <p:spPr>
            <a:xfrm>
              <a:off x="3810001" y="1311260"/>
              <a:ext cx="947057" cy="457200"/>
            </a:xfrm>
            <a:prstGeom prst="triangle">
              <a:avLst/>
            </a:prstGeom>
            <a:solidFill>
              <a:srgbClr val="C0C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+mn-ea"/>
                <a:cs typeface="+mn-cs"/>
              </a:endParaRPr>
            </a:p>
          </p:txBody>
        </p:sp>
        <p:sp>
          <p:nvSpPr>
            <p:cNvPr id="10" name="Snip Single Corner Rectangle 5"/>
            <p:cNvSpPr/>
            <p:nvPr/>
          </p:nvSpPr>
          <p:spPr>
            <a:xfrm rot="10800000">
              <a:off x="6392779" y="1768461"/>
              <a:ext cx="4275221" cy="3048000"/>
            </a:xfrm>
            <a:custGeom>
              <a:avLst/>
              <a:gdLst>
                <a:gd name="connsiteX0" fmla="*/ 0 w 5867400"/>
                <a:gd name="connsiteY0" fmla="*/ 0 h 3048000"/>
                <a:gd name="connsiteX1" fmla="*/ 4343400 w 5867400"/>
                <a:gd name="connsiteY1" fmla="*/ 0 h 3048000"/>
                <a:gd name="connsiteX2" fmla="*/ 5867400 w 5867400"/>
                <a:gd name="connsiteY2" fmla="*/ 1524000 h 3048000"/>
                <a:gd name="connsiteX3" fmla="*/ 5867400 w 5867400"/>
                <a:gd name="connsiteY3" fmla="*/ 3048000 h 3048000"/>
                <a:gd name="connsiteX4" fmla="*/ 0 w 5867400"/>
                <a:gd name="connsiteY4" fmla="*/ 3048000 h 3048000"/>
                <a:gd name="connsiteX5" fmla="*/ 0 w 5867400"/>
                <a:gd name="connsiteY5" fmla="*/ 0 h 3048000"/>
                <a:gd name="connsiteX0-1" fmla="*/ 0 w 5867400"/>
                <a:gd name="connsiteY0-2" fmla="*/ 0 h 3048000"/>
                <a:gd name="connsiteX1-3" fmla="*/ 4343400 w 5867400"/>
                <a:gd name="connsiteY1-4" fmla="*/ 0 h 3048000"/>
                <a:gd name="connsiteX2-5" fmla="*/ 5355772 w 5867400"/>
                <a:gd name="connsiteY2-6" fmla="*/ 1915885 h 3048000"/>
                <a:gd name="connsiteX3-7" fmla="*/ 5867400 w 5867400"/>
                <a:gd name="connsiteY3-8" fmla="*/ 3048000 h 3048000"/>
                <a:gd name="connsiteX4-9" fmla="*/ 0 w 5867400"/>
                <a:gd name="connsiteY4-10" fmla="*/ 3048000 h 3048000"/>
                <a:gd name="connsiteX5-11" fmla="*/ 0 w 5867400"/>
                <a:gd name="connsiteY5-12" fmla="*/ 0 h 3048000"/>
                <a:gd name="connsiteX0-13" fmla="*/ 0 w 5867400"/>
                <a:gd name="connsiteY0-14" fmla="*/ 0 h 3048000"/>
                <a:gd name="connsiteX1-15" fmla="*/ 4343400 w 5867400"/>
                <a:gd name="connsiteY1-16" fmla="*/ 0 h 3048000"/>
                <a:gd name="connsiteX2-17" fmla="*/ 5312229 w 5867400"/>
                <a:gd name="connsiteY2-18" fmla="*/ 1948542 h 3048000"/>
                <a:gd name="connsiteX3-19" fmla="*/ 5867400 w 5867400"/>
                <a:gd name="connsiteY3-20" fmla="*/ 3048000 h 3048000"/>
                <a:gd name="connsiteX4-21" fmla="*/ 0 w 5867400"/>
                <a:gd name="connsiteY4-22" fmla="*/ 3048000 h 3048000"/>
                <a:gd name="connsiteX5-23" fmla="*/ 0 w 5867400"/>
                <a:gd name="connsiteY5-24" fmla="*/ 0 h 3048000"/>
                <a:gd name="connsiteX0-25" fmla="*/ 0 w 5867400"/>
                <a:gd name="connsiteY0-26" fmla="*/ 0 h 3048000"/>
                <a:gd name="connsiteX1-27" fmla="*/ 3254828 w 5867400"/>
                <a:gd name="connsiteY1-28" fmla="*/ 10886 h 3048000"/>
                <a:gd name="connsiteX2-29" fmla="*/ 5312229 w 5867400"/>
                <a:gd name="connsiteY2-30" fmla="*/ 1948542 h 3048000"/>
                <a:gd name="connsiteX3-31" fmla="*/ 5867400 w 5867400"/>
                <a:gd name="connsiteY3-32" fmla="*/ 3048000 h 3048000"/>
                <a:gd name="connsiteX4-33" fmla="*/ 0 w 5867400"/>
                <a:gd name="connsiteY4-34" fmla="*/ 3048000 h 3048000"/>
                <a:gd name="connsiteX5-35" fmla="*/ 0 w 5867400"/>
                <a:gd name="connsiteY5-36" fmla="*/ 0 h 3048000"/>
                <a:gd name="connsiteX0-37" fmla="*/ 0 w 5867400"/>
                <a:gd name="connsiteY0-38" fmla="*/ 0 h 3048000"/>
                <a:gd name="connsiteX1-39" fmla="*/ 3254828 w 5867400"/>
                <a:gd name="connsiteY1-40" fmla="*/ 10886 h 3048000"/>
                <a:gd name="connsiteX2-41" fmla="*/ 5083629 w 5867400"/>
                <a:gd name="connsiteY2-42" fmla="*/ 2144485 h 3048000"/>
                <a:gd name="connsiteX3-43" fmla="*/ 5867400 w 5867400"/>
                <a:gd name="connsiteY3-44" fmla="*/ 3048000 h 3048000"/>
                <a:gd name="connsiteX4-45" fmla="*/ 0 w 5867400"/>
                <a:gd name="connsiteY4-46" fmla="*/ 3048000 h 3048000"/>
                <a:gd name="connsiteX5-47" fmla="*/ 0 w 5867400"/>
                <a:gd name="connsiteY5-48" fmla="*/ 0 h 3048000"/>
                <a:gd name="connsiteX0-49" fmla="*/ 0 w 5867400"/>
                <a:gd name="connsiteY0-50" fmla="*/ 0 h 3048000"/>
                <a:gd name="connsiteX1-51" fmla="*/ 3254828 w 5867400"/>
                <a:gd name="connsiteY1-52" fmla="*/ 10886 h 3048000"/>
                <a:gd name="connsiteX2-53" fmla="*/ 5867400 w 5867400"/>
                <a:gd name="connsiteY2-54" fmla="*/ 3048000 h 3048000"/>
                <a:gd name="connsiteX3-55" fmla="*/ 0 w 5867400"/>
                <a:gd name="connsiteY3-56" fmla="*/ 3048000 h 3048000"/>
                <a:gd name="connsiteX4-57" fmla="*/ 0 w 5867400"/>
                <a:gd name="connsiteY4-58" fmla="*/ 0 h 3048000"/>
                <a:gd name="connsiteX0-59" fmla="*/ 0 w 5867400"/>
                <a:gd name="connsiteY0-60" fmla="*/ 0 h 3048000"/>
                <a:gd name="connsiteX1-61" fmla="*/ 2461533 w 5867400"/>
                <a:gd name="connsiteY1-62" fmla="*/ 32658 h 3048000"/>
                <a:gd name="connsiteX2-63" fmla="*/ 5867400 w 5867400"/>
                <a:gd name="connsiteY2-64" fmla="*/ 3048000 h 3048000"/>
                <a:gd name="connsiteX3-65" fmla="*/ 0 w 5867400"/>
                <a:gd name="connsiteY3-66" fmla="*/ 3048000 h 3048000"/>
                <a:gd name="connsiteX4-67" fmla="*/ 0 w 5867400"/>
                <a:gd name="connsiteY4-68" fmla="*/ 0 h 3048000"/>
                <a:gd name="connsiteX0-69" fmla="*/ 0 w 5867400"/>
                <a:gd name="connsiteY0-70" fmla="*/ 0 h 3048000"/>
                <a:gd name="connsiteX1-71" fmla="*/ 2281918 w 5867400"/>
                <a:gd name="connsiteY1-72" fmla="*/ 97972 h 3048000"/>
                <a:gd name="connsiteX2-73" fmla="*/ 5867400 w 5867400"/>
                <a:gd name="connsiteY2-74" fmla="*/ 3048000 h 3048000"/>
                <a:gd name="connsiteX3-75" fmla="*/ 0 w 5867400"/>
                <a:gd name="connsiteY3-76" fmla="*/ 3048000 h 3048000"/>
                <a:gd name="connsiteX4-77" fmla="*/ 0 w 5867400"/>
                <a:gd name="connsiteY4-78" fmla="*/ 0 h 3048000"/>
                <a:gd name="connsiteX0-79" fmla="*/ 0 w 5867400"/>
                <a:gd name="connsiteY0-80" fmla="*/ 0 h 3048000"/>
                <a:gd name="connsiteX1-81" fmla="*/ 2296887 w 5867400"/>
                <a:gd name="connsiteY1-82" fmla="*/ 32657 h 3048000"/>
                <a:gd name="connsiteX2-83" fmla="*/ 5867400 w 5867400"/>
                <a:gd name="connsiteY2-84" fmla="*/ 3048000 h 3048000"/>
                <a:gd name="connsiteX3-85" fmla="*/ 0 w 5867400"/>
                <a:gd name="connsiteY3-86" fmla="*/ 3048000 h 3048000"/>
                <a:gd name="connsiteX4-87" fmla="*/ 0 w 5867400"/>
                <a:gd name="connsiteY4-88" fmla="*/ 0 h 30480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5867400" h="3048000">
                  <a:moveTo>
                    <a:pt x="0" y="0"/>
                  </a:moveTo>
                  <a:lnTo>
                    <a:pt x="2296887" y="32657"/>
                  </a:lnTo>
                  <a:lnTo>
                    <a:pt x="5867400" y="3048000"/>
                  </a:lnTo>
                  <a:lnTo>
                    <a:pt x="0" y="304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23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+mn-ea"/>
                <a:cs typeface="+mn-cs"/>
              </a:endParaRPr>
            </a:p>
          </p:txBody>
        </p:sp>
        <p:sp>
          <p:nvSpPr>
            <p:cNvPr id="11" name="Snip Single Corner Rectangle 5"/>
            <p:cNvSpPr/>
            <p:nvPr/>
          </p:nvSpPr>
          <p:spPr>
            <a:xfrm>
              <a:off x="1523999" y="4816462"/>
              <a:ext cx="3716410" cy="1889139"/>
            </a:xfrm>
            <a:custGeom>
              <a:avLst/>
              <a:gdLst>
                <a:gd name="connsiteX0" fmla="*/ 0 w 5867400"/>
                <a:gd name="connsiteY0" fmla="*/ 0 h 3048000"/>
                <a:gd name="connsiteX1" fmla="*/ 4343400 w 5867400"/>
                <a:gd name="connsiteY1" fmla="*/ 0 h 3048000"/>
                <a:gd name="connsiteX2" fmla="*/ 5867400 w 5867400"/>
                <a:gd name="connsiteY2" fmla="*/ 1524000 h 3048000"/>
                <a:gd name="connsiteX3" fmla="*/ 5867400 w 5867400"/>
                <a:gd name="connsiteY3" fmla="*/ 3048000 h 3048000"/>
                <a:gd name="connsiteX4" fmla="*/ 0 w 5867400"/>
                <a:gd name="connsiteY4" fmla="*/ 3048000 h 3048000"/>
                <a:gd name="connsiteX5" fmla="*/ 0 w 5867400"/>
                <a:gd name="connsiteY5" fmla="*/ 0 h 3048000"/>
                <a:gd name="connsiteX0-1" fmla="*/ 0 w 5867400"/>
                <a:gd name="connsiteY0-2" fmla="*/ 0 h 3048000"/>
                <a:gd name="connsiteX1-3" fmla="*/ 4343400 w 5867400"/>
                <a:gd name="connsiteY1-4" fmla="*/ 0 h 3048000"/>
                <a:gd name="connsiteX2-5" fmla="*/ 5355772 w 5867400"/>
                <a:gd name="connsiteY2-6" fmla="*/ 1915885 h 3048000"/>
                <a:gd name="connsiteX3-7" fmla="*/ 5867400 w 5867400"/>
                <a:gd name="connsiteY3-8" fmla="*/ 3048000 h 3048000"/>
                <a:gd name="connsiteX4-9" fmla="*/ 0 w 5867400"/>
                <a:gd name="connsiteY4-10" fmla="*/ 3048000 h 3048000"/>
                <a:gd name="connsiteX5-11" fmla="*/ 0 w 5867400"/>
                <a:gd name="connsiteY5-12" fmla="*/ 0 h 3048000"/>
                <a:gd name="connsiteX0-13" fmla="*/ 0 w 5867400"/>
                <a:gd name="connsiteY0-14" fmla="*/ 0 h 3048000"/>
                <a:gd name="connsiteX1-15" fmla="*/ 4343400 w 5867400"/>
                <a:gd name="connsiteY1-16" fmla="*/ 0 h 3048000"/>
                <a:gd name="connsiteX2-17" fmla="*/ 5312229 w 5867400"/>
                <a:gd name="connsiteY2-18" fmla="*/ 1948542 h 3048000"/>
                <a:gd name="connsiteX3-19" fmla="*/ 5867400 w 5867400"/>
                <a:gd name="connsiteY3-20" fmla="*/ 3048000 h 3048000"/>
                <a:gd name="connsiteX4-21" fmla="*/ 0 w 5867400"/>
                <a:gd name="connsiteY4-22" fmla="*/ 3048000 h 3048000"/>
                <a:gd name="connsiteX5-23" fmla="*/ 0 w 5867400"/>
                <a:gd name="connsiteY5-24" fmla="*/ 0 h 3048000"/>
                <a:gd name="connsiteX0-25" fmla="*/ 0 w 5867400"/>
                <a:gd name="connsiteY0-26" fmla="*/ 0 h 3048000"/>
                <a:gd name="connsiteX1-27" fmla="*/ 3254828 w 5867400"/>
                <a:gd name="connsiteY1-28" fmla="*/ 10886 h 3048000"/>
                <a:gd name="connsiteX2-29" fmla="*/ 5312229 w 5867400"/>
                <a:gd name="connsiteY2-30" fmla="*/ 1948542 h 3048000"/>
                <a:gd name="connsiteX3-31" fmla="*/ 5867400 w 5867400"/>
                <a:gd name="connsiteY3-32" fmla="*/ 3048000 h 3048000"/>
                <a:gd name="connsiteX4-33" fmla="*/ 0 w 5867400"/>
                <a:gd name="connsiteY4-34" fmla="*/ 3048000 h 3048000"/>
                <a:gd name="connsiteX5-35" fmla="*/ 0 w 5867400"/>
                <a:gd name="connsiteY5-36" fmla="*/ 0 h 3048000"/>
                <a:gd name="connsiteX0-37" fmla="*/ 0 w 5867400"/>
                <a:gd name="connsiteY0-38" fmla="*/ 0 h 3048000"/>
                <a:gd name="connsiteX1-39" fmla="*/ 3254828 w 5867400"/>
                <a:gd name="connsiteY1-40" fmla="*/ 10886 h 3048000"/>
                <a:gd name="connsiteX2-41" fmla="*/ 5083629 w 5867400"/>
                <a:gd name="connsiteY2-42" fmla="*/ 2144485 h 3048000"/>
                <a:gd name="connsiteX3-43" fmla="*/ 5867400 w 5867400"/>
                <a:gd name="connsiteY3-44" fmla="*/ 3048000 h 3048000"/>
                <a:gd name="connsiteX4-45" fmla="*/ 0 w 5867400"/>
                <a:gd name="connsiteY4-46" fmla="*/ 3048000 h 3048000"/>
                <a:gd name="connsiteX5-47" fmla="*/ 0 w 5867400"/>
                <a:gd name="connsiteY5-48" fmla="*/ 0 h 3048000"/>
                <a:gd name="connsiteX0-49" fmla="*/ 0 w 5867400"/>
                <a:gd name="connsiteY0-50" fmla="*/ 0 h 3048000"/>
                <a:gd name="connsiteX1-51" fmla="*/ 3254828 w 5867400"/>
                <a:gd name="connsiteY1-52" fmla="*/ 10886 h 3048000"/>
                <a:gd name="connsiteX2-53" fmla="*/ 5867400 w 5867400"/>
                <a:gd name="connsiteY2-54" fmla="*/ 3048000 h 3048000"/>
                <a:gd name="connsiteX3-55" fmla="*/ 0 w 5867400"/>
                <a:gd name="connsiteY3-56" fmla="*/ 3048000 h 3048000"/>
                <a:gd name="connsiteX4-57" fmla="*/ 0 w 5867400"/>
                <a:gd name="connsiteY4-58" fmla="*/ 0 h 3048000"/>
                <a:gd name="connsiteX0-59" fmla="*/ 0 w 5867400"/>
                <a:gd name="connsiteY0-60" fmla="*/ 12029 h 3060029"/>
                <a:gd name="connsiteX1-61" fmla="*/ 5640474 w 5867400"/>
                <a:gd name="connsiteY1-62" fmla="*/ 0 h 3060029"/>
                <a:gd name="connsiteX2-63" fmla="*/ 5867400 w 5867400"/>
                <a:gd name="connsiteY2-64" fmla="*/ 3060029 h 3060029"/>
                <a:gd name="connsiteX3-65" fmla="*/ 0 w 5867400"/>
                <a:gd name="connsiteY3-66" fmla="*/ 3060029 h 3060029"/>
                <a:gd name="connsiteX4-67" fmla="*/ 0 w 5867400"/>
                <a:gd name="connsiteY4-68" fmla="*/ 12029 h 3060029"/>
                <a:gd name="connsiteX0-69" fmla="*/ 0 w 5640474"/>
                <a:gd name="connsiteY0-70" fmla="*/ 12029 h 3060029"/>
                <a:gd name="connsiteX1-71" fmla="*/ 5640474 w 5640474"/>
                <a:gd name="connsiteY1-72" fmla="*/ 0 h 3060029"/>
                <a:gd name="connsiteX2-73" fmla="*/ 2591973 w 5640474"/>
                <a:gd name="connsiteY2-74" fmla="*/ 3060029 h 3060029"/>
                <a:gd name="connsiteX3-75" fmla="*/ 0 w 5640474"/>
                <a:gd name="connsiteY3-76" fmla="*/ 3060029 h 3060029"/>
                <a:gd name="connsiteX4-77" fmla="*/ 0 w 5640474"/>
                <a:gd name="connsiteY4-78" fmla="*/ 12029 h 3060029"/>
                <a:gd name="connsiteX0-79" fmla="*/ 0 w 5640474"/>
                <a:gd name="connsiteY0-80" fmla="*/ 12029 h 3060029"/>
                <a:gd name="connsiteX1-81" fmla="*/ 5640474 w 5640474"/>
                <a:gd name="connsiteY1-82" fmla="*/ 0 h 3060029"/>
                <a:gd name="connsiteX2-83" fmla="*/ 3236742 w 5640474"/>
                <a:gd name="connsiteY2-84" fmla="*/ 3037113 h 3060029"/>
                <a:gd name="connsiteX3-85" fmla="*/ 0 w 5640474"/>
                <a:gd name="connsiteY3-86" fmla="*/ 3060029 h 3060029"/>
                <a:gd name="connsiteX4-87" fmla="*/ 0 w 5640474"/>
                <a:gd name="connsiteY4-88" fmla="*/ 12029 h 3060029"/>
                <a:gd name="connsiteX0-89" fmla="*/ 0 w 4402517"/>
                <a:gd name="connsiteY0-90" fmla="*/ 12029 h 3060029"/>
                <a:gd name="connsiteX1-91" fmla="*/ 4402517 w 4402517"/>
                <a:gd name="connsiteY1-92" fmla="*/ 0 h 3060029"/>
                <a:gd name="connsiteX2-93" fmla="*/ 3236742 w 4402517"/>
                <a:gd name="connsiteY2-94" fmla="*/ 3037113 h 3060029"/>
                <a:gd name="connsiteX3-95" fmla="*/ 0 w 4402517"/>
                <a:gd name="connsiteY3-96" fmla="*/ 3060029 h 3060029"/>
                <a:gd name="connsiteX4-97" fmla="*/ 0 w 4402517"/>
                <a:gd name="connsiteY4-98" fmla="*/ 12029 h 306002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402517" h="3060029">
                  <a:moveTo>
                    <a:pt x="0" y="12029"/>
                  </a:moveTo>
                  <a:lnTo>
                    <a:pt x="4402517" y="0"/>
                  </a:lnTo>
                  <a:lnTo>
                    <a:pt x="3236742" y="3037113"/>
                  </a:lnTo>
                  <a:lnTo>
                    <a:pt x="0" y="3060029"/>
                  </a:lnTo>
                  <a:lnTo>
                    <a:pt x="0" y="12029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+mn-ea"/>
                <a:cs typeface="+mn-cs"/>
              </a:endParaRPr>
            </a:p>
          </p:txBody>
        </p:sp>
        <p:sp>
          <p:nvSpPr>
            <p:cNvPr id="12" name="Parallelogram 9"/>
            <p:cNvSpPr/>
            <p:nvPr/>
          </p:nvSpPr>
          <p:spPr>
            <a:xfrm rot="8410585">
              <a:off x="5766953" y="3794"/>
              <a:ext cx="1609973" cy="6085582"/>
            </a:xfrm>
            <a:custGeom>
              <a:avLst/>
              <a:gdLst>
                <a:gd name="connsiteX0" fmla="*/ 0 w 2438400"/>
                <a:gd name="connsiteY0" fmla="*/ 3733800 h 3733800"/>
                <a:gd name="connsiteX1" fmla="*/ 609600 w 2438400"/>
                <a:gd name="connsiteY1" fmla="*/ 0 h 3733800"/>
                <a:gd name="connsiteX2" fmla="*/ 2438400 w 2438400"/>
                <a:gd name="connsiteY2" fmla="*/ 0 h 3733800"/>
                <a:gd name="connsiteX3" fmla="*/ 1828800 w 2438400"/>
                <a:gd name="connsiteY3" fmla="*/ 3733800 h 3733800"/>
                <a:gd name="connsiteX4" fmla="*/ 0 w 2438400"/>
                <a:gd name="connsiteY4" fmla="*/ 3733800 h 3733800"/>
                <a:gd name="connsiteX0-1" fmla="*/ 0 w 2196977"/>
                <a:gd name="connsiteY0-2" fmla="*/ 2680113 h 3733800"/>
                <a:gd name="connsiteX1-3" fmla="*/ 368177 w 2196977"/>
                <a:gd name="connsiteY1-4" fmla="*/ 0 h 3733800"/>
                <a:gd name="connsiteX2-5" fmla="*/ 2196977 w 2196977"/>
                <a:gd name="connsiteY2-6" fmla="*/ 0 h 3733800"/>
                <a:gd name="connsiteX3-7" fmla="*/ 1587377 w 2196977"/>
                <a:gd name="connsiteY3-8" fmla="*/ 3733800 h 3733800"/>
                <a:gd name="connsiteX4-9" fmla="*/ 0 w 2196977"/>
                <a:gd name="connsiteY4-10" fmla="*/ 2680113 h 3733800"/>
                <a:gd name="connsiteX0-11" fmla="*/ 0 w 1789416"/>
                <a:gd name="connsiteY0-12" fmla="*/ 2680113 h 3733800"/>
                <a:gd name="connsiteX1-13" fmla="*/ 368177 w 1789416"/>
                <a:gd name="connsiteY1-14" fmla="*/ 0 h 3733800"/>
                <a:gd name="connsiteX2-15" fmla="*/ 1789416 w 1789416"/>
                <a:gd name="connsiteY2-16" fmla="*/ 1095721 h 3733800"/>
                <a:gd name="connsiteX3-17" fmla="*/ 1587377 w 1789416"/>
                <a:gd name="connsiteY3-18" fmla="*/ 3733800 h 3733800"/>
                <a:gd name="connsiteX4-19" fmla="*/ 0 w 1789416"/>
                <a:gd name="connsiteY4-20" fmla="*/ 2680113 h 3733800"/>
                <a:gd name="connsiteX0-21" fmla="*/ 0 w 1771571"/>
                <a:gd name="connsiteY0-22" fmla="*/ 2499383 h 3733800"/>
                <a:gd name="connsiteX1-23" fmla="*/ 350332 w 1771571"/>
                <a:gd name="connsiteY1-24" fmla="*/ 0 h 3733800"/>
                <a:gd name="connsiteX2-25" fmla="*/ 1771571 w 1771571"/>
                <a:gd name="connsiteY2-26" fmla="*/ 1095721 h 3733800"/>
                <a:gd name="connsiteX3-27" fmla="*/ 1569532 w 1771571"/>
                <a:gd name="connsiteY3-28" fmla="*/ 3733800 h 3733800"/>
                <a:gd name="connsiteX4-29" fmla="*/ 0 w 1771571"/>
                <a:gd name="connsiteY4-30" fmla="*/ 2499383 h 3733800"/>
                <a:gd name="connsiteX0-31" fmla="*/ 0 w 1823829"/>
                <a:gd name="connsiteY0-32" fmla="*/ 2519855 h 3733800"/>
                <a:gd name="connsiteX1-33" fmla="*/ 402590 w 1823829"/>
                <a:gd name="connsiteY1-34" fmla="*/ 0 h 3733800"/>
                <a:gd name="connsiteX2-35" fmla="*/ 1823829 w 1823829"/>
                <a:gd name="connsiteY2-36" fmla="*/ 1095721 h 3733800"/>
                <a:gd name="connsiteX3-37" fmla="*/ 1621790 w 1823829"/>
                <a:gd name="connsiteY3-38" fmla="*/ 3733800 h 3733800"/>
                <a:gd name="connsiteX4-39" fmla="*/ 0 w 1823829"/>
                <a:gd name="connsiteY4-40" fmla="*/ 2519855 h 3733800"/>
                <a:gd name="connsiteX0-41" fmla="*/ 0 w 1621790"/>
                <a:gd name="connsiteY0-42" fmla="*/ 2773917 h 3987862"/>
                <a:gd name="connsiteX1-43" fmla="*/ 402590 w 1621790"/>
                <a:gd name="connsiteY1-44" fmla="*/ 254062 h 3987862"/>
                <a:gd name="connsiteX2-45" fmla="*/ 1381948 w 1621790"/>
                <a:gd name="connsiteY2-46" fmla="*/ 0 h 3987862"/>
                <a:gd name="connsiteX3-47" fmla="*/ 1621790 w 1621790"/>
                <a:gd name="connsiteY3-48" fmla="*/ 3987862 h 3987862"/>
                <a:gd name="connsiteX4-49" fmla="*/ 0 w 1621790"/>
                <a:gd name="connsiteY4-50" fmla="*/ 2773917 h 3987862"/>
                <a:gd name="connsiteX0-51" fmla="*/ 0 w 1621790"/>
                <a:gd name="connsiteY0-52" fmla="*/ 3726807 h 4940752"/>
                <a:gd name="connsiteX1-53" fmla="*/ 130123 w 1621790"/>
                <a:gd name="connsiteY1-54" fmla="*/ 0 h 4940752"/>
                <a:gd name="connsiteX2-55" fmla="*/ 1381948 w 1621790"/>
                <a:gd name="connsiteY2-56" fmla="*/ 952890 h 4940752"/>
                <a:gd name="connsiteX3-57" fmla="*/ 1621790 w 1621790"/>
                <a:gd name="connsiteY3-58" fmla="*/ 4940752 h 4940752"/>
                <a:gd name="connsiteX4-59" fmla="*/ 0 w 1621790"/>
                <a:gd name="connsiteY4-60" fmla="*/ 3726807 h 4940752"/>
                <a:gd name="connsiteX0-61" fmla="*/ 212842 w 1491667"/>
                <a:gd name="connsiteY0-62" fmla="*/ 3991350 h 4940752"/>
                <a:gd name="connsiteX1-63" fmla="*/ 0 w 1491667"/>
                <a:gd name="connsiteY1-64" fmla="*/ 0 h 4940752"/>
                <a:gd name="connsiteX2-65" fmla="*/ 1251825 w 1491667"/>
                <a:gd name="connsiteY2-66" fmla="*/ 952890 h 4940752"/>
                <a:gd name="connsiteX3-67" fmla="*/ 1491667 w 1491667"/>
                <a:gd name="connsiteY3-68" fmla="*/ 4940752 h 4940752"/>
                <a:gd name="connsiteX4-69" fmla="*/ 212842 w 1491667"/>
                <a:gd name="connsiteY4-70" fmla="*/ 3991350 h 4940752"/>
                <a:gd name="connsiteX0-71" fmla="*/ 212842 w 1323346"/>
                <a:gd name="connsiteY0-72" fmla="*/ 3991350 h 4859542"/>
                <a:gd name="connsiteX1-73" fmla="*/ 0 w 1323346"/>
                <a:gd name="connsiteY1-74" fmla="*/ 0 h 4859542"/>
                <a:gd name="connsiteX2-75" fmla="*/ 1251825 w 1323346"/>
                <a:gd name="connsiteY2-76" fmla="*/ 952890 h 4859542"/>
                <a:gd name="connsiteX3-77" fmla="*/ 1323346 w 1323346"/>
                <a:gd name="connsiteY3-78" fmla="*/ 4859542 h 4859542"/>
                <a:gd name="connsiteX4-79" fmla="*/ 212842 w 1323346"/>
                <a:gd name="connsiteY4-80" fmla="*/ 3991350 h 4859542"/>
                <a:gd name="connsiteX0-81" fmla="*/ 212842 w 1477517"/>
                <a:gd name="connsiteY0-82" fmla="*/ 3991350 h 4990616"/>
                <a:gd name="connsiteX1-83" fmla="*/ 0 w 1477517"/>
                <a:gd name="connsiteY1-84" fmla="*/ 0 h 4990616"/>
                <a:gd name="connsiteX2-85" fmla="*/ 1251825 w 1477517"/>
                <a:gd name="connsiteY2-86" fmla="*/ 952890 h 4990616"/>
                <a:gd name="connsiteX3-87" fmla="*/ 1477517 w 1477517"/>
                <a:gd name="connsiteY3-88" fmla="*/ 4990616 h 4990616"/>
                <a:gd name="connsiteX4-89" fmla="*/ 212842 w 1477517"/>
                <a:gd name="connsiteY4-90" fmla="*/ 3991350 h 4990616"/>
                <a:gd name="connsiteX0-91" fmla="*/ 212842 w 1477517"/>
                <a:gd name="connsiteY0-92" fmla="*/ 3991350 h 4990616"/>
                <a:gd name="connsiteX1-93" fmla="*/ 0 w 1477517"/>
                <a:gd name="connsiteY1-94" fmla="*/ 0 h 4990616"/>
                <a:gd name="connsiteX2-95" fmla="*/ 1162398 w 1477517"/>
                <a:gd name="connsiteY2-96" fmla="*/ 320251 h 4990616"/>
                <a:gd name="connsiteX3-97" fmla="*/ 1477517 w 1477517"/>
                <a:gd name="connsiteY3-98" fmla="*/ 4990616 h 4990616"/>
                <a:gd name="connsiteX4-99" fmla="*/ 212842 w 1477517"/>
                <a:gd name="connsiteY4-100" fmla="*/ 3991350 h 4990616"/>
                <a:gd name="connsiteX0-101" fmla="*/ 249317 w 1513992"/>
                <a:gd name="connsiteY0-102" fmla="*/ 4514404 h 5513670"/>
                <a:gd name="connsiteX1-103" fmla="*/ 0 w 1513992"/>
                <a:gd name="connsiteY1-104" fmla="*/ 0 h 5513670"/>
                <a:gd name="connsiteX2-105" fmla="*/ 1198873 w 1513992"/>
                <a:gd name="connsiteY2-106" fmla="*/ 843305 h 5513670"/>
                <a:gd name="connsiteX3-107" fmla="*/ 1513992 w 1513992"/>
                <a:gd name="connsiteY3-108" fmla="*/ 5513670 h 5513670"/>
                <a:gd name="connsiteX4-109" fmla="*/ 249317 w 1513992"/>
                <a:gd name="connsiteY4-110" fmla="*/ 4514404 h 5513670"/>
                <a:gd name="connsiteX0-111" fmla="*/ 241932 w 1506607"/>
                <a:gd name="connsiteY0-112" fmla="*/ 4577448 h 5576714"/>
                <a:gd name="connsiteX1-113" fmla="*/ 0 w 1506607"/>
                <a:gd name="connsiteY1-114" fmla="*/ 0 h 5576714"/>
                <a:gd name="connsiteX2-115" fmla="*/ 1191488 w 1506607"/>
                <a:gd name="connsiteY2-116" fmla="*/ 906349 h 5576714"/>
                <a:gd name="connsiteX3-117" fmla="*/ 1506607 w 1506607"/>
                <a:gd name="connsiteY3-118" fmla="*/ 5576714 h 5576714"/>
                <a:gd name="connsiteX4-119" fmla="*/ 241932 w 1506607"/>
                <a:gd name="connsiteY4-120" fmla="*/ 4577448 h 5576714"/>
                <a:gd name="connsiteX0-121" fmla="*/ 284699 w 1549374"/>
                <a:gd name="connsiteY0-122" fmla="*/ 4823215 h 5822481"/>
                <a:gd name="connsiteX1-123" fmla="*/ 0 w 1549374"/>
                <a:gd name="connsiteY1-124" fmla="*/ 0 h 5822481"/>
                <a:gd name="connsiteX2-125" fmla="*/ 1234255 w 1549374"/>
                <a:gd name="connsiteY2-126" fmla="*/ 1152116 h 5822481"/>
                <a:gd name="connsiteX3-127" fmla="*/ 1549374 w 1549374"/>
                <a:gd name="connsiteY3-128" fmla="*/ 5822481 h 5822481"/>
                <a:gd name="connsiteX4-129" fmla="*/ 284699 w 1549374"/>
                <a:gd name="connsiteY4-130" fmla="*/ 4823215 h 5822481"/>
                <a:gd name="connsiteX0-131" fmla="*/ 405675 w 1549374"/>
                <a:gd name="connsiteY0-132" fmla="*/ 4928582 h 5822481"/>
                <a:gd name="connsiteX1-133" fmla="*/ 0 w 1549374"/>
                <a:gd name="connsiteY1-134" fmla="*/ 0 h 5822481"/>
                <a:gd name="connsiteX2-135" fmla="*/ 1234255 w 1549374"/>
                <a:gd name="connsiteY2-136" fmla="*/ 1152116 h 5822481"/>
                <a:gd name="connsiteX3-137" fmla="*/ 1549374 w 1549374"/>
                <a:gd name="connsiteY3-138" fmla="*/ 5822481 h 5822481"/>
                <a:gd name="connsiteX4-139" fmla="*/ 405675 w 1549374"/>
                <a:gd name="connsiteY4-140" fmla="*/ 4928582 h 5822481"/>
                <a:gd name="connsiteX0-141" fmla="*/ 405675 w 1609293"/>
                <a:gd name="connsiteY0-142" fmla="*/ 4928582 h 5904002"/>
                <a:gd name="connsiteX1-143" fmla="*/ 0 w 1609293"/>
                <a:gd name="connsiteY1-144" fmla="*/ 0 h 5904002"/>
                <a:gd name="connsiteX2-145" fmla="*/ 1234255 w 1609293"/>
                <a:gd name="connsiteY2-146" fmla="*/ 1152116 h 5904002"/>
                <a:gd name="connsiteX3-147" fmla="*/ 1609293 w 1609293"/>
                <a:gd name="connsiteY3-148" fmla="*/ 5904002 h 5904002"/>
                <a:gd name="connsiteX4-149" fmla="*/ 405675 w 1609293"/>
                <a:gd name="connsiteY4-150" fmla="*/ 4928582 h 5904002"/>
                <a:gd name="connsiteX0-151" fmla="*/ 395008 w 1609293"/>
                <a:gd name="connsiteY0-152" fmla="*/ 4794771 h 5904002"/>
                <a:gd name="connsiteX1-153" fmla="*/ 0 w 1609293"/>
                <a:gd name="connsiteY1-154" fmla="*/ 0 h 5904002"/>
                <a:gd name="connsiteX2-155" fmla="*/ 1234255 w 1609293"/>
                <a:gd name="connsiteY2-156" fmla="*/ 1152116 h 5904002"/>
                <a:gd name="connsiteX3-157" fmla="*/ 1609293 w 1609293"/>
                <a:gd name="connsiteY3-158" fmla="*/ 5904002 h 5904002"/>
                <a:gd name="connsiteX4-159" fmla="*/ 395008 w 1609293"/>
                <a:gd name="connsiteY4-160" fmla="*/ 4794771 h 590400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609293" h="5904002">
                  <a:moveTo>
                    <a:pt x="395008" y="4794771"/>
                  </a:moveTo>
                  <a:lnTo>
                    <a:pt x="0" y="0"/>
                  </a:lnTo>
                  <a:lnTo>
                    <a:pt x="1234255" y="1152116"/>
                  </a:lnTo>
                  <a:lnTo>
                    <a:pt x="1609293" y="5904002"/>
                  </a:lnTo>
                  <a:lnTo>
                    <a:pt x="395008" y="4794771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+mn-ea"/>
                <a:cs typeface="+mn-cs"/>
              </a:endParaRPr>
            </a:p>
          </p:txBody>
        </p:sp>
      </p:grpSp>
      <p:pic>
        <p:nvPicPr>
          <p:cNvPr id="15" name="Picture 2" descr="M:\Logos\Stanley College\2020 Logo\Stanley_College_Logo_New-01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57" b="21873"/>
          <a:stretch>
            <a:fillRect/>
          </a:stretch>
        </p:blipFill>
        <p:spPr bwMode="auto">
          <a:xfrm>
            <a:off x="10158449" y="76200"/>
            <a:ext cx="1649015" cy="762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 Placeholder 2"/>
          <p:cNvSpPr txBox="1"/>
          <p:nvPr userDrawn="1"/>
        </p:nvSpPr>
        <p:spPr>
          <a:xfrm>
            <a:off x="-1" y="6545767"/>
            <a:ext cx="12191999" cy="236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704020202020204" pitchFamily="34" charset="0"/>
                <a:ea typeface="+mn-ea"/>
                <a:cs typeface="Arial" panose="020B0704020202020204" pitchFamily="34" charset="0"/>
              </a:rPr>
              <a:t>© Stanley College 2021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 panose="020B0704020202020204" pitchFamily="34" charset="0"/>
              <a:ea typeface="+mn-ea"/>
              <a:cs typeface="Arial" panose="020B0704020202020204" pitchFamily="34" charset="0"/>
            </a:endParaRP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204217" y="3972326"/>
            <a:ext cx="4106527" cy="569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Lecture Topic</a:t>
            </a:r>
            <a:endParaRPr lang="en-US"/>
          </a:p>
        </p:txBody>
      </p:sp>
      <p:sp>
        <p:nvSpPr>
          <p:cNvPr id="18" name="Title 14"/>
          <p:cNvSpPr>
            <a:spLocks noGrp="1"/>
          </p:cNvSpPr>
          <p:nvPr>
            <p:ph type="title" hasCustomPrompt="1"/>
          </p:nvPr>
        </p:nvSpPr>
        <p:spPr>
          <a:xfrm>
            <a:off x="8614569" y="1305708"/>
            <a:ext cx="3087759" cy="1056351"/>
          </a:xfrm>
          <a:prstGeom prst="rect">
            <a:avLst/>
          </a:prstGeom>
        </p:spPr>
        <p:txBody>
          <a:bodyPr/>
          <a:lstStyle>
            <a:lvl1pPr algn="ctr">
              <a:defRPr sz="2250">
                <a:solidFill>
                  <a:srgbClr val="B4C7E7"/>
                </a:solidFill>
              </a:defRPr>
            </a:lvl1pPr>
          </a:lstStyle>
          <a:p>
            <a:r>
              <a:rPr lang="en-US"/>
              <a:t>Chapter X</a:t>
            </a:r>
            <a:endParaRPr lang="en-AU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91566" y="76200"/>
            <a:ext cx="10066883" cy="1561170"/>
            <a:chOff x="117518" y="583969"/>
            <a:chExt cx="7237247" cy="1433439"/>
          </a:xfrm>
        </p:grpSpPr>
        <p:sp>
          <p:nvSpPr>
            <p:cNvPr id="7" name="Rectangle 6"/>
            <p:cNvSpPr/>
            <p:nvPr/>
          </p:nvSpPr>
          <p:spPr>
            <a:xfrm>
              <a:off x="117518" y="583969"/>
              <a:ext cx="6462233" cy="1433439"/>
            </a:xfrm>
            <a:prstGeom prst="rect">
              <a:avLst/>
            </a:prstGeom>
            <a:solidFill>
              <a:srgbClr val="1623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6624658" y="583969"/>
              <a:ext cx="417752" cy="1433439"/>
            </a:xfrm>
            <a:prstGeom prst="rect">
              <a:avLst/>
            </a:prstGeom>
            <a:solidFill>
              <a:srgbClr val="16234E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7087317" y="583969"/>
              <a:ext cx="267448" cy="1433439"/>
            </a:xfrm>
            <a:prstGeom prst="rect">
              <a:avLst/>
            </a:prstGeom>
            <a:solidFill>
              <a:srgbClr val="16234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+mn-ea"/>
                <a:cs typeface="+mn-cs"/>
              </a:endParaRPr>
            </a:p>
          </p:txBody>
        </p:sp>
      </p:grpSp>
      <p:pic>
        <p:nvPicPr>
          <p:cNvPr id="11" name="Picture 2" descr="M:\Logos\Stanley College\2020 Logo\Stanley_College_Logo_New-01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57" b="21873"/>
          <a:stretch>
            <a:fillRect/>
          </a:stretch>
        </p:blipFill>
        <p:spPr bwMode="auto">
          <a:xfrm>
            <a:off x="10158449" y="76200"/>
            <a:ext cx="1649015" cy="762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Placeholder 2"/>
          <p:cNvSpPr txBox="1"/>
          <p:nvPr userDrawn="1"/>
        </p:nvSpPr>
        <p:spPr>
          <a:xfrm>
            <a:off x="-1" y="6545767"/>
            <a:ext cx="12191999" cy="236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704020202020204" pitchFamily="34" charset="0"/>
                <a:ea typeface="+mn-ea"/>
                <a:cs typeface="Arial" panose="020B0704020202020204" pitchFamily="34" charset="0"/>
              </a:rPr>
              <a:t>© Stanley College 2021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 panose="020B0704020202020204" pitchFamily="34" charset="0"/>
              <a:ea typeface="+mn-ea"/>
              <a:cs typeface="Arial" panose="020B0704020202020204" pitchFamily="34" charset="0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248585" y="418039"/>
            <a:ext cx="7988404" cy="725091"/>
          </a:xfrm>
          <a:prstGeom prst="rect">
            <a:avLst/>
          </a:prstGeom>
        </p:spPr>
        <p:txBody>
          <a:bodyPr/>
          <a:lstStyle>
            <a:lvl1pPr>
              <a:defRPr sz="2025">
                <a:solidFill>
                  <a:schemeClr val="bg1"/>
                </a:solidFill>
              </a:defRPr>
            </a:lvl1pPr>
          </a:lstStyle>
          <a:p>
            <a:r>
              <a:rPr lang="en-US" sz="2475" b="1">
                <a:solidFill>
                  <a:schemeClr val="bg1"/>
                </a:solidFill>
                <a:latin typeface="Roboto"/>
                <a:ea typeface="+mj-lt"/>
                <a:cs typeface="+mj-lt"/>
              </a:rPr>
              <a:t>Insert Text Here</a:t>
            </a:r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82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fld id="{283781B0-4659-4F6A-9ECB-67D750A4EB9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42741" y="6356350"/>
            <a:ext cx="70492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RTO Code: 51973 I CRICOS Provider Code: 03047E I TEQSA Provider No: PRV14050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83350" y="6356350"/>
            <a:ext cx="3916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fld id="{7DA1FB76-252C-4B7C-A7C8-C42DBD9BCA1D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BUS306 APPLIED BUSINESS PROJECT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1955" y="5270627"/>
            <a:ext cx="11193084" cy="896548"/>
          </a:xfrm>
        </p:spPr>
        <p:txBody>
          <a:bodyPr>
            <a:normAutofit fontScale="70000"/>
          </a:bodyPr>
          <a:lstStyle/>
          <a:p>
            <a:r>
              <a:rPr lang="en-US" altLang="en-US" sz="4000" dirty="0"/>
              <a:t>The Impact of Work Pressure on Chef Performance in Fast-Paced Kitchen Environments</a:t>
            </a:r>
            <a:endParaRPr lang="en-US" altLang="en-US" sz="4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RTO Code: 51973 I CRICOS Provider Code: 03047E I TEQSA Provider No: PRV14050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1FB76-252C-4B7C-A7C8-C42DBD9BCA1D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hape 142"/>
          <p:cNvSpPr txBox="1">
            <a:spLocks noGrp="1"/>
          </p:cNvSpPr>
          <p:nvPr>
            <p:ph type="title"/>
          </p:nvPr>
        </p:nvSpPr>
        <p:spPr/>
        <p:txBody>
          <a:bodyPr vert="horz" tIns="42185" bIns="42185" anchor="t">
            <a:normAutofit fontScale="90000"/>
          </a:bodyPr>
          <a:lstStyle/>
          <a:p>
            <a:pPr eaLnBrk="1" hangingPunct="1">
              <a:buClr>
                <a:srgbClr val="9D1348"/>
              </a:buClr>
              <a:buSzPct val="25000"/>
            </a:pPr>
            <a:r>
              <a:rPr lang="en-AU" altLang="en-US" sz="2700" b="1">
                <a:solidFill>
                  <a:schemeClr val="bg1"/>
                </a:solidFill>
                <a:sym typeface="Verdana" panose="020B0604030504040204" pitchFamily="34" charset="0"/>
              </a:rPr>
              <a:t>ORAL PRESENTATION </a:t>
            </a:r>
            <a:br>
              <a:rPr lang="en-AU" altLang="en-US" sz="3600" b="1" dirty="0">
                <a:solidFill>
                  <a:srgbClr val="01499B"/>
                </a:solidFill>
                <a:sym typeface="Verdana" panose="020B0604030504040204" pitchFamily="34" charset="0"/>
              </a:rPr>
            </a:br>
            <a:br>
              <a:rPr lang="en-AU" altLang="en-US" sz="3600" b="1" dirty="0">
                <a:solidFill>
                  <a:srgbClr val="01499B"/>
                </a:solidFill>
                <a:sym typeface="Verdana" panose="020B0604030504040204" pitchFamily="34" charset="0"/>
              </a:rPr>
            </a:br>
            <a:br>
              <a:rPr lang="en-AU" altLang="en-US" sz="2800" dirty="0">
                <a:solidFill>
                  <a:srgbClr val="01499B"/>
                </a:solidFill>
                <a:sym typeface="Verdana" panose="020B0604030504040204" pitchFamily="34" charset="0"/>
              </a:rPr>
            </a:br>
            <a:br>
              <a:rPr lang="en-AU" altLang="en-US" sz="2800" dirty="0">
                <a:solidFill>
                  <a:srgbClr val="01499B"/>
                </a:solidFill>
                <a:sym typeface="Verdana" panose="020B0604030504040204" pitchFamily="34" charset="0"/>
              </a:rPr>
            </a:br>
            <a:endParaRPr lang="en-AU" altLang="en-US" sz="2800" dirty="0">
              <a:solidFill>
                <a:srgbClr val="01499B"/>
              </a:solidFill>
              <a:sym typeface="Verdana" panose="020B0604030504040204" pitchFamily="34" charset="0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idx="1"/>
          </p:nvPr>
        </p:nvSpPr>
        <p:spPr>
          <a:xfrm>
            <a:off x="441385" y="1033272"/>
            <a:ext cx="11233654" cy="5495544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3600" b="1" dirty="0">
                <a:sym typeface="+mn-ea"/>
              </a:rPr>
              <a:t>The Impact of Work Pressure on Chef Performance in Fast-Paced Kitchen Environments</a:t>
            </a:r>
            <a:endParaRPr lang="en-US" altLang="en-US" sz="3600" b="1" dirty="0"/>
          </a:p>
          <a:p>
            <a:pPr marL="0" indent="0">
              <a:buNone/>
            </a:pPr>
            <a:endParaRPr lang="en-AU" sz="3600" b="1" dirty="0"/>
          </a:p>
        </p:txBody>
      </p:sp>
      <p:sp>
        <p:nvSpPr>
          <p:cNvPr id="3" name="Rectangle 2"/>
          <p:cNvSpPr/>
          <p:nvPr/>
        </p:nvSpPr>
        <p:spPr>
          <a:xfrm>
            <a:off x="263351" y="3092390"/>
            <a:ext cx="11487264" cy="1938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altLang="en-US" sz="2400" b="1" dirty="0">
                <a:solidFill>
                  <a:srgbClr val="01499B"/>
                </a:solidFill>
                <a:latin typeface="Roboto Bk"/>
                <a:ea typeface="+mj-ea"/>
                <a:cs typeface="+mj-cs"/>
                <a:sym typeface="Verdana" panose="020B0604030504040204" pitchFamily="34" charset="0"/>
              </a:rPr>
              <a:t>Student Full Name</a:t>
            </a:r>
            <a:endParaRPr lang="en-AU" altLang="en-US" sz="2400" b="1" dirty="0">
              <a:solidFill>
                <a:srgbClr val="01499B"/>
              </a:solidFill>
              <a:latin typeface="Roboto Bk"/>
              <a:ea typeface="+mj-ea"/>
              <a:cs typeface="+mj-cs"/>
              <a:sym typeface="Verdana" panose="020B0604030504040204" pitchFamily="34" charset="0"/>
            </a:endParaRPr>
          </a:p>
          <a:p>
            <a:r>
              <a:rPr lang="en-US" altLang="en-US" sz="2400" b="1" dirty="0">
                <a:solidFill>
                  <a:srgbClr val="01499B"/>
                </a:solidFill>
                <a:latin typeface="Roboto Bk"/>
                <a:ea typeface="+mj-ea"/>
                <a:cs typeface="+mj-cs"/>
                <a:sym typeface="Verdana" panose="020B0604030504040204" pitchFamily="34" charset="0"/>
              </a:rPr>
              <a:t>Ganesh Kumar Shrestha</a:t>
            </a:r>
            <a:endParaRPr lang="en-US" altLang="en-US" sz="2400" b="1" dirty="0">
              <a:solidFill>
                <a:srgbClr val="01499B"/>
              </a:solidFill>
              <a:latin typeface="Roboto Bk"/>
              <a:ea typeface="+mj-ea"/>
              <a:cs typeface="+mj-cs"/>
              <a:sym typeface="Verdana" panose="020B0604030504040204" pitchFamily="34" charset="0"/>
            </a:endParaRPr>
          </a:p>
          <a:p>
            <a:r>
              <a:rPr lang="en-US" altLang="en-US" sz="2400" b="1" dirty="0">
                <a:solidFill>
                  <a:srgbClr val="01499B"/>
                </a:solidFill>
                <a:latin typeface="Roboto Bk"/>
                <a:ea typeface="+mj-ea"/>
                <a:cs typeface="+mj-cs"/>
                <a:sym typeface="Verdana" panose="020B0604030504040204" pitchFamily="34" charset="0"/>
              </a:rPr>
              <a:t>BUS306 Applied Business Project</a:t>
            </a:r>
            <a:endParaRPr lang="en-US" altLang="en-US" sz="2400" b="1" dirty="0">
              <a:solidFill>
                <a:srgbClr val="01499B"/>
              </a:solidFill>
              <a:latin typeface="Roboto Bk"/>
              <a:ea typeface="+mj-ea"/>
              <a:cs typeface="+mj-cs"/>
              <a:sym typeface="Verdana" panose="020B0604030504040204" pitchFamily="34" charset="0"/>
            </a:endParaRPr>
          </a:p>
          <a:p>
            <a:r>
              <a:rPr lang="en-US" altLang="en-US" sz="2400" b="1" dirty="0">
                <a:solidFill>
                  <a:srgbClr val="01499B"/>
                </a:solidFill>
                <a:latin typeface="Roboto Bk"/>
                <a:ea typeface="+mj-ea"/>
                <a:cs typeface="+mj-cs"/>
                <a:sym typeface="Verdana" panose="020B0604030504040204" pitchFamily="34" charset="0"/>
              </a:rPr>
              <a:t>Stanley College Perth</a:t>
            </a:r>
            <a:endParaRPr lang="en-AU" altLang="en-US" sz="2400" b="1" dirty="0">
              <a:solidFill>
                <a:srgbClr val="01499B"/>
              </a:solidFill>
              <a:latin typeface="Roboto Bk"/>
              <a:ea typeface="+mj-ea"/>
              <a:cs typeface="+mj-cs"/>
              <a:sym typeface="Verdana" panose="020B0604030504040204" pitchFamily="34" charset="0"/>
            </a:endParaRPr>
          </a:p>
          <a:p>
            <a:r>
              <a:rPr lang="en-AU" altLang="en-US" sz="2400" b="1" dirty="0">
                <a:solidFill>
                  <a:srgbClr val="01499B"/>
                </a:solidFill>
                <a:latin typeface="Roboto Bk"/>
                <a:ea typeface="+mj-ea"/>
                <a:cs typeface="+mj-cs"/>
                <a:sym typeface="Verdana" panose="020B0604030504040204" pitchFamily="34" charset="0"/>
              </a:rPr>
              <a:t>Student ID Number</a:t>
            </a:r>
            <a:r>
              <a:rPr lang="en-US" altLang="en-AU" sz="2400" b="1" dirty="0">
                <a:solidFill>
                  <a:srgbClr val="01499B"/>
                </a:solidFill>
                <a:latin typeface="Roboto Bk"/>
                <a:ea typeface="+mj-ea"/>
                <a:cs typeface="+mj-cs"/>
                <a:sym typeface="Verdana" panose="020B0604030504040204" pitchFamily="34" charset="0"/>
              </a:rPr>
              <a:t>- 12023830</a:t>
            </a:r>
            <a:endParaRPr lang="en-US" altLang="en-AU" sz="2400" b="1" dirty="0">
              <a:solidFill>
                <a:srgbClr val="01499B"/>
              </a:solidFill>
              <a:latin typeface="Roboto Bk"/>
              <a:ea typeface="+mj-ea"/>
              <a:cs typeface="+mj-cs"/>
              <a:sym typeface="Verdana" panose="020B0604030504040204" pitchFamily="34" charset="0"/>
            </a:endParaRPr>
          </a:p>
        </p:txBody>
      </p:sp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385" y="949741"/>
            <a:ext cx="9833992" cy="1083967"/>
          </a:xfrm>
        </p:spPr>
        <p:txBody>
          <a:bodyPr anchor="t">
            <a:normAutofit/>
          </a:bodyPr>
          <a:lstStyle/>
          <a:p>
            <a:r>
              <a:rPr lang="en-AU" dirty="0"/>
              <a:t>INTRODUCTION AND FEASIBILITY STATEMENT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384" y="1591056"/>
            <a:ext cx="11233655" cy="4554911"/>
          </a:xfrm>
        </p:spPr>
        <p:txBody>
          <a:bodyPr>
            <a:normAutofit/>
          </a:bodyPr>
          <a:lstStyle/>
          <a:p>
            <a:endParaRPr lang="en-AU" sz="2800" dirty="0"/>
          </a:p>
          <a:p>
            <a:pPr>
              <a:buFont typeface="Arial" panose="020B0704020202020204" pitchFamily="34" charset="0"/>
              <a:buChar char="•"/>
            </a:pPr>
            <a:r>
              <a:rPr lang="en-US" altLang="en-US" sz="2800" dirty="0"/>
              <a:t>Real kitchen research(Walker 2021; Wood 2019)</a:t>
            </a:r>
            <a:endParaRPr lang="en-US" altLang="en-US" sz="2800" dirty="0"/>
          </a:p>
          <a:p>
            <a:pPr>
              <a:buFont typeface="Arial" panose="020B0704020202020204" pitchFamily="34" charset="0"/>
              <a:buChar char="•"/>
            </a:pPr>
            <a:r>
              <a:rPr lang="en-US" altLang="en-US" sz="2800" dirty="0"/>
              <a:t>Based on stress and chef activities (Karatepe &amp; Uludag 2008; Jung &amp; Yoon 2014)</a:t>
            </a:r>
            <a:endParaRPr lang="en-US" altLang="en-US" sz="2800" dirty="0"/>
          </a:p>
          <a:p>
            <a:r>
              <a:rPr lang="en-US" altLang="en-US" sz="2800" dirty="0"/>
              <a:t>Held in busy kitchen environment</a:t>
            </a:r>
            <a:endParaRPr lang="en-US" altLang="en-US" sz="2800" dirty="0"/>
          </a:p>
          <a:p>
            <a:r>
              <a:rPr lang="en-US" altLang="en-US" sz="2800" dirty="0"/>
              <a:t>Topic is practical and relevant in hospitality industry</a:t>
            </a:r>
            <a:endParaRPr lang="en-US" altLang="en-US" sz="2800" dirty="0"/>
          </a:p>
          <a:p>
            <a:r>
              <a:rPr lang="en-US" altLang="en-US" sz="2800" dirty="0"/>
              <a:t>Research supported by workplace observation and academic journals</a:t>
            </a:r>
            <a:endParaRPr lang="en-US" altLang="en-US" sz="2800" dirty="0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096000" y="6356350"/>
            <a:ext cx="509596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RTO Code: 51973 I CRICOS Provider Code: 03047E I TEQSA Provider No: PRV14050</a:t>
            </a:r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283350" y="6356350"/>
            <a:ext cx="391689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DA1FB76-252C-4B7C-A7C8-C42DBD9BCA1D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385" y="949741"/>
            <a:ext cx="9833992" cy="1083967"/>
          </a:xfrm>
        </p:spPr>
        <p:txBody>
          <a:bodyPr anchor="t">
            <a:normAutofit/>
          </a:bodyPr>
          <a:lstStyle/>
          <a:p>
            <a:r>
              <a:rPr lang="en-US" altLang="en-US" b="1" dirty="0"/>
              <a:t>Background about the Research</a:t>
            </a:r>
            <a:endParaRPr lang="en-US" alt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384" y="1691640"/>
            <a:ext cx="11233655" cy="4454327"/>
          </a:xfrm>
        </p:spPr>
        <p:txBody>
          <a:bodyPr>
            <a:normAutofit/>
          </a:bodyPr>
          <a:lstStyle/>
          <a:p>
            <a:r>
              <a:rPr lang="en-US" altLang="en-US" sz="2800" dirty="0"/>
              <a:t>kitchen and chefs work is high pressure work (Karatepe &amp; Uludag 2008; Walker 2021)</a:t>
            </a:r>
            <a:endParaRPr lang="en-US" altLang="en-US" sz="2800" dirty="0"/>
          </a:p>
          <a:p>
            <a:r>
              <a:rPr lang="en-US" altLang="en-US" sz="2800" dirty="0"/>
              <a:t>Chefs have to work long hours in busy kitchen Pressure directly affects teamwork and communication Busy kitchens require speed, accuracy, and teamwork</a:t>
            </a:r>
            <a:endParaRPr lang="en-US" altLang="en-US" sz="2800" dirty="0"/>
          </a:p>
          <a:p>
            <a:r>
              <a:rPr lang="en-US" altLang="en-AU" sz="2800" dirty="0"/>
              <a:t>Food quality reduces because of stress in kitchen </a:t>
            </a:r>
            <a:endParaRPr lang="en-AU" sz="2800" dirty="0"/>
          </a:p>
          <a:p>
            <a:endParaRPr lang="en-AU" sz="2800" dirty="0"/>
          </a:p>
          <a:p>
            <a:endParaRPr lang="en-AU" sz="2800" dirty="0"/>
          </a:p>
          <a:p>
            <a:endParaRPr lang="en-AU" sz="2800" dirty="0"/>
          </a:p>
          <a:p>
            <a:pPr marL="0" indent="0">
              <a:buNone/>
            </a:pPr>
            <a:endParaRPr lang="en-US" sz="2800" i="1" dirty="0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096000" y="6356350"/>
            <a:ext cx="509596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RTO Code: 51973 I CRICOS Provider Code: 03047E I TEQSA Provider No: PRV14050</a:t>
            </a:r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283350" y="6356350"/>
            <a:ext cx="391689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DA1FB76-252C-4B7C-A7C8-C42DBD9BCA1D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385" y="949741"/>
            <a:ext cx="9833992" cy="1083967"/>
          </a:xfrm>
        </p:spPr>
        <p:txBody>
          <a:bodyPr anchor="t">
            <a:normAutofit/>
          </a:bodyPr>
          <a:lstStyle/>
          <a:p>
            <a:r>
              <a:rPr lang="en-US" altLang="en-US" dirty="0">
                <a:sym typeface="+mn-ea"/>
              </a:rPr>
              <a:t>Research Gap</a:t>
            </a:r>
            <a:r>
              <a:rPr lang="en-AU" b="1" dirty="0"/>
              <a:t>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384" y="1691640"/>
            <a:ext cx="11233655" cy="44543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b="1" dirty="0"/>
              <a:t> </a:t>
            </a:r>
            <a:endParaRPr lang="en-AU" sz="2400" b="1" dirty="0"/>
          </a:p>
          <a:p>
            <a:r>
              <a:rPr lang="en-US" altLang="en-US" sz="2800" dirty="0"/>
              <a:t>Limited research on chef stress in Perth restaurants (Jung &amp; Yoon 2014; Wood 2019)</a:t>
            </a:r>
            <a:endParaRPr lang="en-US" altLang="en-US" sz="2800" dirty="0"/>
          </a:p>
          <a:p>
            <a:r>
              <a:rPr lang="en-US" altLang="en-US" sz="2800" dirty="0"/>
              <a:t>Less focus on chef wellbeing and kitchen pressure Need for practical research based on real experiences</a:t>
            </a:r>
            <a:endParaRPr lang="en-US" altLang="en-US" sz="2800" dirty="0"/>
          </a:p>
          <a:p>
            <a:r>
              <a:rPr lang="en-US" altLang="en-US" sz="2800" dirty="0"/>
              <a:t>Most of the research is focused in customers satisfaction only </a:t>
            </a:r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pPr marL="0" indent="0">
              <a:buNone/>
            </a:pPr>
            <a:endParaRPr lang="en-US" i="1" dirty="0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096000" y="6356350"/>
            <a:ext cx="509596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RTO Code: 51973 I CRICOS Provider Code: 03047E I TEQSA Provider No: PRV14050</a:t>
            </a:r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283350" y="6356350"/>
            <a:ext cx="391689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DA1FB76-252C-4B7C-A7C8-C42DBD9BCA1D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385" y="949741"/>
            <a:ext cx="9833992" cy="1083967"/>
          </a:xfrm>
        </p:spPr>
        <p:txBody>
          <a:bodyPr anchor="t">
            <a:normAutofit/>
          </a:bodyPr>
          <a:lstStyle/>
          <a:p>
            <a:r>
              <a:rPr lang="en-US" altLang="en-US" dirty="0">
                <a:sym typeface="+mn-ea"/>
              </a:rPr>
              <a:t>Aim and Objectives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384" y="1691640"/>
            <a:ext cx="11233655" cy="4454327"/>
          </a:xfrm>
        </p:spPr>
        <p:txBody>
          <a:bodyPr>
            <a:normAutofit fontScale="40000"/>
          </a:bodyPr>
          <a:lstStyle/>
          <a:p>
            <a:pPr marL="0" indent="0">
              <a:buNone/>
            </a:pPr>
            <a:r>
              <a:rPr lang="en-AU" sz="2400" b="1" dirty="0"/>
              <a:t> </a:t>
            </a:r>
            <a:endParaRPr lang="en-AU" sz="4665" b="1" dirty="0"/>
          </a:p>
          <a:p>
            <a:pPr marL="0" indent="0">
              <a:buNone/>
            </a:pPr>
            <a:r>
              <a:rPr lang="en-US" altLang="en-US" sz="4665" b="1" dirty="0"/>
              <a:t>Aim</a:t>
            </a:r>
            <a:endParaRPr lang="en-US" altLang="en-US" sz="4665" b="1" dirty="0"/>
          </a:p>
          <a:p>
            <a:r>
              <a:rPr lang="en-US" altLang="en-US" sz="4665" dirty="0"/>
              <a:t>To study the impact of work pressure on chef performance (Karatepe &amp; Uludag 2008; Walker 2021)</a:t>
            </a:r>
            <a:endParaRPr lang="en-US" altLang="en-US" sz="4665" dirty="0"/>
          </a:p>
          <a:p>
            <a:endParaRPr lang="en-US" altLang="en-US" sz="4665" dirty="0"/>
          </a:p>
          <a:p>
            <a:pPr marL="0" indent="0">
              <a:buNone/>
            </a:pPr>
            <a:r>
              <a:rPr lang="en-US" altLang="en-US" sz="4665" b="1" dirty="0"/>
              <a:t>Objectives</a:t>
            </a:r>
            <a:endParaRPr lang="en-US" altLang="en-US" sz="4665" b="1" dirty="0"/>
          </a:p>
          <a:p>
            <a:r>
              <a:rPr lang="en-US" altLang="en-US" sz="4665" dirty="0"/>
              <a:t>Identify causes of stress in kitchens (Jung &amp; Yoon 2014; Chiang, Birtch &amp; Kwan 2010)</a:t>
            </a:r>
            <a:endParaRPr lang="en-US" altLang="en-US" sz="4665" dirty="0"/>
          </a:p>
          <a:p>
            <a:r>
              <a:rPr lang="en-US" altLang="en-US" sz="4665" dirty="0"/>
              <a:t>Analyse effects on teamwork and food quality</a:t>
            </a:r>
            <a:endParaRPr lang="en-US" altLang="en-US" sz="4665" dirty="0"/>
          </a:p>
          <a:p>
            <a:r>
              <a:rPr lang="en-US" altLang="en-US" sz="4665" dirty="0"/>
              <a:t>Understand impact on chef wellbeing</a:t>
            </a:r>
            <a:endParaRPr lang="en-US" altLang="en-US" sz="4665" dirty="0"/>
          </a:p>
          <a:p>
            <a:r>
              <a:rPr lang="en-US" altLang="en-US" sz="4665" dirty="0"/>
              <a:t>Recommend ways to reduce workplace pressure (Walker 2021; Tracey &amp; Hinkin 2008)</a:t>
            </a:r>
            <a:endParaRPr lang="en-US" altLang="en-US" sz="4665" dirty="0"/>
          </a:p>
          <a:p>
            <a:pPr marL="0" indent="0">
              <a:buNone/>
            </a:pPr>
            <a:r>
              <a:rPr lang="en-US" altLang="en-US" sz="4665" b="1" dirty="0"/>
              <a:t>Question</a:t>
            </a:r>
            <a:endParaRPr lang="en-US" altLang="en-US" sz="4665" b="1" dirty="0"/>
          </a:p>
          <a:p>
            <a:pPr marL="0" indent="0">
              <a:buNone/>
            </a:pPr>
            <a:r>
              <a:rPr lang="en-US" altLang="en-US" sz="4665" dirty="0"/>
              <a:t>How does work pressure affect chef performance in fast-paced kitchen environments? (Karatepe &amp; Uludag 2008; Jung &amp; Yoon 2014)</a:t>
            </a:r>
            <a:endParaRPr lang="en-US" altLang="en-US" sz="4665" dirty="0"/>
          </a:p>
          <a:p>
            <a:endParaRPr lang="en-AU" sz="2800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pPr marL="0" indent="0">
              <a:buNone/>
            </a:pPr>
            <a:endParaRPr lang="en-US" i="1" dirty="0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096000" y="6356350"/>
            <a:ext cx="509596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RTO Code: 51973 I CRICOS Provider Code: 03047E I TEQSA Provider No: PRV14050</a:t>
            </a:r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283350" y="6356350"/>
            <a:ext cx="391689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DA1FB76-252C-4B7C-A7C8-C42DBD9BCA1D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385" y="949741"/>
            <a:ext cx="9833992" cy="1083967"/>
          </a:xfrm>
        </p:spPr>
        <p:txBody>
          <a:bodyPr anchor="t">
            <a:normAutofit/>
          </a:bodyPr>
          <a:lstStyle/>
          <a:p>
            <a:r>
              <a:rPr lang="en-US" altLang="en-US" dirty="0">
                <a:sym typeface="+mn-ea"/>
              </a:rPr>
              <a:t>Literature Review</a:t>
            </a:r>
            <a:r>
              <a:rPr lang="en-AU" b="1" dirty="0"/>
              <a:t>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384" y="1691640"/>
            <a:ext cx="11233655" cy="4454327"/>
          </a:xfrm>
        </p:spPr>
        <p:txBody>
          <a:bodyPr>
            <a:normAutofit/>
          </a:bodyPr>
          <a:lstStyle/>
          <a:p>
            <a:r>
              <a:rPr lang="en-US" altLang="en-US" sz="2800" dirty="0"/>
              <a:t>Stress affects chef performance Staff shortages increase stress levels Good communication and teamwork improves kitchen operations</a:t>
            </a:r>
            <a:endParaRPr lang="en-US" altLang="en-US" sz="2800" dirty="0"/>
          </a:p>
          <a:p>
            <a:r>
              <a:rPr lang="en-US" altLang="en-US" sz="2800" dirty="0"/>
              <a:t>Strong leadership reduces pressure</a:t>
            </a:r>
            <a:endParaRPr lang="en-US" altLang="en-US" sz="2800" dirty="0"/>
          </a:p>
          <a:p>
            <a:r>
              <a:rPr lang="en-US" altLang="en-US" sz="2800" dirty="0"/>
              <a:t>Poor communication increases mistake (Salas, Reyes &amp; McDaniel 2015; Jung &amp; Yoon 2014)</a:t>
            </a:r>
            <a:endParaRPr lang="en-US" altLang="en-US" sz="2800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pPr marL="0" indent="0">
              <a:buNone/>
            </a:pPr>
            <a:endParaRPr lang="en-US" i="1" dirty="0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096000" y="6356350"/>
            <a:ext cx="509596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RTO Code: 51973 I CRICOS Provider Code: 03047E I TEQSA Provider No: PRV14050</a:t>
            </a:r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283350" y="6356350"/>
            <a:ext cx="391689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DA1FB76-252C-4B7C-A7C8-C42DBD9BCA1D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385" y="949741"/>
            <a:ext cx="9833992" cy="1083967"/>
          </a:xfrm>
        </p:spPr>
        <p:txBody>
          <a:bodyPr anchor="t">
            <a:normAutofit/>
          </a:bodyPr>
          <a:lstStyle/>
          <a:p>
            <a:r>
              <a:rPr lang="en-AU" b="1" dirty="0"/>
              <a:t> </a:t>
            </a:r>
            <a:r>
              <a:rPr lang="en-US" altLang="en-US" dirty="0">
                <a:sym typeface="+mn-ea"/>
              </a:rPr>
              <a:t>Theoretical Framework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384" y="1691640"/>
            <a:ext cx="11233655" cy="44543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b="1" dirty="0"/>
              <a:t> </a:t>
            </a:r>
            <a:endParaRPr lang="en-AU" sz="2400" b="1" dirty="0"/>
          </a:p>
          <a:p>
            <a:r>
              <a:rPr lang="en-US" altLang="en-US" sz="2800" dirty="0"/>
              <a:t>Job Demand-Control Theory (Karasek 1979; Sonnentag &amp; Frese 2012)</a:t>
            </a:r>
            <a:endParaRPr lang="en-US" altLang="en-US" sz="2800" dirty="0"/>
          </a:p>
          <a:p>
            <a:r>
              <a:rPr lang="en-US" altLang="en-US" sz="2800" dirty="0"/>
              <a:t>Workplace Stress Theory</a:t>
            </a:r>
            <a:endParaRPr lang="en-US" altLang="en-US" sz="2800" dirty="0"/>
          </a:p>
          <a:p>
            <a:r>
              <a:rPr lang="en-US" altLang="en-US" sz="2800" dirty="0"/>
              <a:t>Employee Performance Theory (Walker 2021; Wood 2019)</a:t>
            </a:r>
            <a:endParaRPr lang="en-US" altLang="en-US" sz="2800" dirty="0"/>
          </a:p>
          <a:p>
            <a:r>
              <a:rPr lang="en-US" altLang="en-US" sz="2800" dirty="0"/>
              <a:t>Teamwork and communication concepts</a:t>
            </a:r>
            <a:endParaRPr lang="en-US" altLang="en-US" sz="2800" dirty="0"/>
          </a:p>
          <a:p>
            <a:r>
              <a:rPr lang="en-US" altLang="en-US" sz="2800" dirty="0"/>
              <a:t>Leadership support improves performance</a:t>
            </a:r>
            <a:endParaRPr lang="en-US" altLang="en-US" sz="2800" dirty="0"/>
          </a:p>
          <a:p>
            <a:endParaRPr lang="en-AU" sz="2800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pPr marL="0" indent="0">
              <a:buNone/>
            </a:pPr>
            <a:endParaRPr lang="en-US" i="1" dirty="0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096000" y="6356350"/>
            <a:ext cx="509596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RTO Code: 51973 I CRICOS Provider Code: 03047E I TEQSA Provider No: PRV14050</a:t>
            </a:r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283350" y="6356350"/>
            <a:ext cx="391689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DA1FB76-252C-4B7C-A7C8-C42DBD9BCA1D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385" y="949741"/>
            <a:ext cx="9833992" cy="1083967"/>
          </a:xfrm>
        </p:spPr>
        <p:txBody>
          <a:bodyPr anchor="t">
            <a:normAutofit/>
          </a:bodyPr>
          <a:lstStyle/>
          <a:p>
            <a:r>
              <a:rPr lang="en-AU" b="1" dirty="0"/>
              <a:t> </a:t>
            </a:r>
            <a:r>
              <a:rPr lang="en-US" altLang="en-US" dirty="0">
                <a:sym typeface="+mn-ea"/>
              </a:rPr>
              <a:t>Research Methodology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384" y="1691640"/>
            <a:ext cx="11233655" cy="4454327"/>
          </a:xfrm>
        </p:spPr>
        <p:txBody>
          <a:bodyPr>
            <a:normAutofit/>
          </a:bodyPr>
          <a:lstStyle/>
          <a:p>
            <a:r>
              <a:rPr lang="en-US" altLang="en-US" sz="2800" dirty="0"/>
              <a:t>Qualitative research design</a:t>
            </a:r>
            <a:endParaRPr lang="en-US" altLang="en-US" sz="2800" dirty="0"/>
          </a:p>
          <a:p>
            <a:r>
              <a:rPr lang="en-US" altLang="en-US" sz="2800" dirty="0"/>
              <a:t>Observation and personal experience used Karatepe &amp; Uludag 2008; Chiang, Birtch &amp; Kwan 2010)</a:t>
            </a:r>
            <a:endParaRPr lang="en-US" altLang="en-US" sz="2800" dirty="0"/>
          </a:p>
          <a:p>
            <a:r>
              <a:rPr lang="en-US" altLang="en-US" sz="2800" dirty="0"/>
              <a:t>Academic journals and industry articles reviewed</a:t>
            </a:r>
            <a:endParaRPr lang="en-US" altLang="en-US" sz="2800" dirty="0"/>
          </a:p>
          <a:p>
            <a:r>
              <a:rPr lang="en-US" altLang="en-US" sz="2800" dirty="0"/>
              <a:t>Data collected from workplace experience Thematic analysis used for findings</a:t>
            </a:r>
            <a:endParaRPr lang="en-US" altLang="en-US" sz="2800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pPr marL="0" indent="0">
              <a:buNone/>
            </a:pPr>
            <a:endParaRPr lang="en-US" i="1" dirty="0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096000" y="6356350"/>
            <a:ext cx="509596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RTO Code: 51973 I CRICOS Provider Code: 03047E I TEQSA Provider No: PRV14050</a:t>
            </a:r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283350" y="6356350"/>
            <a:ext cx="391689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DA1FB76-252C-4B7C-A7C8-C42DBD9BCA1D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385" y="949741"/>
            <a:ext cx="9833992" cy="1083967"/>
          </a:xfrm>
        </p:spPr>
        <p:txBody>
          <a:bodyPr anchor="t">
            <a:normAutofit/>
          </a:bodyPr>
          <a:lstStyle/>
          <a:p>
            <a:r>
              <a:rPr lang="en-US" altLang="en-US" dirty="0">
                <a:sym typeface="+mn-ea"/>
              </a:rPr>
              <a:t>Ethical Considerations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384" y="1691640"/>
            <a:ext cx="11233655" cy="4454327"/>
          </a:xfrm>
        </p:spPr>
        <p:txBody>
          <a:bodyPr>
            <a:normAutofit/>
          </a:bodyPr>
          <a:lstStyle/>
          <a:p>
            <a:r>
              <a:rPr lang="en-US" altLang="en-US" sz="2800" dirty="0"/>
              <a:t>Confidentiality maintained (Walker 2021; Wood 2019)</a:t>
            </a:r>
            <a:endParaRPr lang="en-US" altLang="en-US" sz="2800" dirty="0"/>
          </a:p>
          <a:p>
            <a:r>
              <a:rPr lang="en-US" altLang="en-US" sz="2800" dirty="0"/>
              <a:t>No employee names mentioned (Karatepe &amp; Uludag 2008; Sonnentag &amp; Frese 2012)</a:t>
            </a:r>
            <a:endParaRPr lang="en-US" altLang="en-US" sz="2800" dirty="0"/>
          </a:p>
          <a:p>
            <a:r>
              <a:rPr lang="en-US" altLang="en-US" sz="2800" dirty="0"/>
              <a:t>Information used only for academic purposes</a:t>
            </a:r>
            <a:endParaRPr lang="en-US" altLang="en-US" sz="2800" dirty="0"/>
          </a:p>
          <a:p>
            <a:r>
              <a:rPr lang="en-US" altLang="en-US" sz="2800" dirty="0"/>
              <a:t>Honest and professional research completed</a:t>
            </a:r>
            <a:endParaRPr lang="en-US" altLang="en-US" sz="2800" dirty="0"/>
          </a:p>
          <a:p>
            <a:r>
              <a:rPr lang="en-US" altLang="en-US" sz="2800" dirty="0"/>
              <a:t>Harvard referencing style used </a:t>
            </a:r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pPr marL="0" indent="0">
              <a:buNone/>
            </a:pPr>
            <a:endParaRPr lang="en-US" i="1" dirty="0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096000" y="6356350"/>
            <a:ext cx="509596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RTO Code: 51973 I CRICOS Provider Code: 03047E I TEQSA Provider No: PRV14050</a:t>
            </a:r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283350" y="6356350"/>
            <a:ext cx="391689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DA1FB76-252C-4B7C-A7C8-C42DBD9BCA1D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385" y="949741"/>
            <a:ext cx="9833992" cy="1083967"/>
          </a:xfrm>
        </p:spPr>
        <p:txBody>
          <a:bodyPr anchor="t">
            <a:normAutofit/>
          </a:bodyPr>
          <a:lstStyle/>
          <a:p>
            <a:r>
              <a:rPr lang="en-US" altLang="en-US" dirty="0">
                <a:sym typeface="+mn-ea"/>
              </a:rPr>
              <a:t>Findings and Discussion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384" y="1691640"/>
            <a:ext cx="11233655" cy="4454327"/>
          </a:xfrm>
        </p:spPr>
        <p:txBody>
          <a:bodyPr>
            <a:normAutofit/>
          </a:bodyPr>
          <a:lstStyle/>
          <a:p>
            <a:r>
              <a:rPr lang="en-US" altLang="en-US" sz="2800" dirty="0"/>
              <a:t>High pressure affects chef wellbeing</a:t>
            </a:r>
            <a:endParaRPr lang="en-US" altLang="en-US" sz="2800" dirty="0"/>
          </a:p>
          <a:p>
            <a:r>
              <a:rPr lang="en-US" altLang="en-US" sz="2800" dirty="0"/>
              <a:t>Stress reduces concentration and efficiency</a:t>
            </a:r>
            <a:endParaRPr lang="en-US" altLang="en-US" sz="2800" dirty="0"/>
          </a:p>
          <a:p>
            <a:r>
              <a:rPr lang="en-US" altLang="en-US" sz="2800" dirty="0"/>
              <a:t>Communication problems occur during rush hours</a:t>
            </a:r>
            <a:endParaRPr lang="en-US" altLang="en-US" sz="2800" dirty="0"/>
          </a:p>
          <a:p>
            <a:r>
              <a:rPr lang="en-US" altLang="en-US" sz="2800" dirty="0"/>
              <a:t>Teamwork helps reduce pressure (Wood 2019; Tracey &amp; Hinkin 2008)</a:t>
            </a:r>
            <a:endParaRPr lang="en-US" altLang="en-US" sz="2800" dirty="0"/>
          </a:p>
          <a:p>
            <a:r>
              <a:rPr lang="en-US" altLang="en-US" sz="2800" dirty="0"/>
              <a:t>Supportive management improves performance</a:t>
            </a:r>
            <a:r>
              <a:rPr lang="en-AU" sz="2400" dirty="0"/>
              <a:t> </a:t>
            </a:r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pPr marL="0" indent="0">
              <a:buNone/>
            </a:pPr>
            <a:endParaRPr lang="en-US" i="1" dirty="0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096000" y="6356350"/>
            <a:ext cx="509596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RTO Code: 51973 I CRICOS Provider Code: 03047E I TEQSA Provider No: PRV14050</a:t>
            </a:r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283350" y="6356350"/>
            <a:ext cx="391689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DA1FB76-252C-4B7C-A7C8-C42DBD9BCA1D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385" y="949741"/>
            <a:ext cx="9833992" cy="1083967"/>
          </a:xfrm>
        </p:spPr>
        <p:txBody>
          <a:bodyPr anchor="t">
            <a:normAutofit/>
          </a:bodyPr>
          <a:lstStyle/>
          <a:p>
            <a:r>
              <a:rPr lang="en-US" altLang="en-US" dirty="0">
                <a:sym typeface="+mn-ea"/>
              </a:rPr>
              <a:t>Conclusion</a:t>
            </a:r>
            <a:r>
              <a:rPr lang="en-AU" b="1" dirty="0"/>
              <a:t>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384" y="1691640"/>
            <a:ext cx="11233655" cy="4454327"/>
          </a:xfrm>
        </p:spPr>
        <p:txBody>
          <a:bodyPr>
            <a:normAutofit lnSpcReduction="10000"/>
          </a:bodyPr>
          <a:lstStyle/>
          <a:p>
            <a:r>
              <a:rPr lang="en-US" altLang="en-US" sz="2800" dirty="0"/>
              <a:t>Supportive leadership and teamwork help reduce stress (Salas, Reyes &amp; McDaniel 2015; Wood 2019)</a:t>
            </a:r>
            <a:endParaRPr lang="en-US" altLang="en-US" sz="2800" dirty="0"/>
          </a:p>
          <a:p>
            <a:r>
              <a:rPr lang="en-US" altLang="en-US" sz="2800" dirty="0"/>
              <a:t>Better workplace management can improve employee wellbeing and productivity (Walker 2021; Sonnentag &amp; Frese 2012)</a:t>
            </a:r>
            <a:endParaRPr lang="en-US" altLang="en-US" sz="2800" dirty="0"/>
          </a:p>
          <a:p>
            <a:r>
              <a:rPr lang="en-US" altLang="en-US" sz="2800" dirty="0"/>
              <a:t>Hospitality businesses should focus on communication and work-life balance (Karasek 1979; Jung &amp; Yoon 2014)</a:t>
            </a:r>
            <a:endParaRPr lang="en-US" altLang="en-US" sz="2800" dirty="0"/>
          </a:p>
          <a:p>
            <a:r>
              <a:rPr lang="en-US" altLang="en-US" sz="2800" dirty="0"/>
              <a:t>In busy kitchen work pressure has a strong impact on workers and chef (Karatepe &amp; Uludag 2008; Chiang, Birtch &amp; Kwan 2010)</a:t>
            </a:r>
            <a:endParaRPr lang="en-US" altLang="en-US" sz="2800" dirty="0"/>
          </a:p>
          <a:p>
            <a:r>
              <a:rPr lang="en-US" altLang="en-US" sz="2800" dirty="0"/>
              <a:t>stress affect in teamwork, communication and quality of food</a:t>
            </a:r>
            <a:endParaRPr lang="en-US" altLang="en-US" sz="2800" dirty="0"/>
          </a:p>
          <a:p>
            <a:r>
              <a:rPr lang="en-US" altLang="en-US" sz="2800" dirty="0"/>
              <a:t>shortage of staff in busy service time also increase pressure</a:t>
            </a:r>
            <a:endParaRPr lang="en-AU" sz="2800" dirty="0"/>
          </a:p>
          <a:p>
            <a:endParaRPr lang="en-AU" sz="2800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pPr marL="0" indent="0">
              <a:buNone/>
            </a:pPr>
            <a:endParaRPr lang="en-US" i="1" dirty="0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096000" y="6356350"/>
            <a:ext cx="509596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RTO Code: 51973 I CRICOS Provider Code: 03047E I TEQSA Provider No: PRV14050</a:t>
            </a:r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283350" y="6356350"/>
            <a:ext cx="391689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DA1FB76-252C-4B7C-A7C8-C42DBD9BCA1D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References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r>
              <a:rPr lang="en-US" altLang="en-US" dirty="0">
                <a:sym typeface="+mn-ea"/>
              </a:rPr>
              <a:t>Chiang, F., Birtch, T. and Kwan, H. 2010, ‘The moderating roles of job control and work-life balance practices on employee stress in the hotel and catering industry’, International Journal of Hospitality Management, vol. 29, no. 1, pp. 25–32.</a:t>
            </a:r>
            <a:endParaRPr lang="en-US" altLang="en-US" dirty="0"/>
          </a:p>
          <a:p>
            <a:r>
              <a:rPr lang="en-US" altLang="en-US" dirty="0">
                <a:sym typeface="+mn-ea"/>
              </a:rPr>
              <a:t>Jung, H. and Yoon, H. 2014, ‘Antecedents and consequences of employees’ job stress in a foodservice industry’, International Journal of Hospitality Management, vol. 36, pp. 166–175.</a:t>
            </a:r>
            <a:endParaRPr lang="en-US" altLang="en-US" dirty="0"/>
          </a:p>
          <a:p>
            <a:r>
              <a:rPr lang="en-US" altLang="en-US" dirty="0">
                <a:sym typeface="+mn-ea"/>
              </a:rPr>
              <a:t>Karasek, R. 1979, ‘Job demands, job decision latitude, and mental strain: implications for job redesign’, Administrative Science Quarterly, vol. 24, no. 2, pp. 285–308.</a:t>
            </a:r>
            <a:endParaRPr lang="en-US" altLang="en-US" dirty="0"/>
          </a:p>
          <a:p>
            <a:r>
              <a:rPr lang="en-US" altLang="en-US" dirty="0">
                <a:sym typeface="+mn-ea"/>
              </a:rPr>
              <a:t>Karatepe, O. and Uludag, O. 2008, ‘Role stress, burnout and their effects on frontline hotel employees’, International Journal of Tourism Research, vol. 10, no. 2, pp. 111–126.</a:t>
            </a:r>
            <a:endParaRPr lang="en-US" altLang="en-US" dirty="0"/>
          </a:p>
          <a:p>
            <a:r>
              <a:rPr lang="en-US" altLang="en-US" dirty="0">
                <a:sym typeface="+mn-ea"/>
              </a:rPr>
              <a:t>Salas, E., Reyes, D. and McDaniel, S. 2015, ‘The science of teamwork: progress, reflections, and the road ahead’, American Psychologist, vol. 70, no. 6, pp. 593–600.</a:t>
            </a:r>
            <a:endParaRPr lang="en-US" altLang="en-US" dirty="0"/>
          </a:p>
          <a:p>
            <a:r>
              <a:rPr lang="en-US" altLang="en-US" dirty="0">
                <a:sym typeface="+mn-ea"/>
              </a:rPr>
              <a:t>Hospitality Magazine 2025, Workplace wellbeing in hospitality kitchens, viewed 20 May 2026.</a:t>
            </a:r>
            <a:endParaRPr lang="en-US" altLang="en-US" dirty="0"/>
          </a:p>
          <a:p>
            <a:r>
              <a:rPr lang="en-US" altLang="en-US" dirty="0">
                <a:sym typeface="+mn-ea"/>
              </a:rPr>
              <a:t>Indeed Careers Guide 2025, Managing stress in hospitality workplaces, viewed 21 May 2026.</a:t>
            </a:r>
            <a:endParaRPr lang="en-US" altLang="en-US" dirty="0"/>
          </a:p>
          <a:p>
            <a:r>
              <a:rPr lang="en-US" altLang="en-US" dirty="0">
                <a:sym typeface="+mn-ea"/>
              </a:rPr>
              <a:t>Restaurant Business Online 2025, Kitchen teamwork and communication strategies, viewed 21 May 2026.</a:t>
            </a:r>
            <a:endParaRPr lang="en-US" altLang="en-US" dirty="0"/>
          </a:p>
          <a:p>
            <a:r>
              <a:rPr lang="en-US" altLang="en-US" dirty="0">
                <a:sym typeface="+mn-ea"/>
              </a:rPr>
              <a:t>Walker, J. 2021, Introduction to Hospitality Management, 8th edn, Pearson Education, London.</a:t>
            </a:r>
            <a:endParaRPr lang="en-US" altLang="en-US" dirty="0"/>
          </a:p>
          <a:p>
            <a:r>
              <a:rPr lang="en-US" altLang="en-US" dirty="0">
                <a:sym typeface="+mn-ea"/>
              </a:rPr>
              <a:t>Wood, R. 2019, Managing Hospitality Human Resources, Routledge, New York.</a:t>
            </a:r>
            <a:endParaRPr lang="en-US" altLang="en-US" dirty="0"/>
          </a:p>
          <a:p>
            <a:endParaRPr lang="en-US" altLang="en-US" sz="11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RTO Code: 51973 I CRICOS Provider Code: 03047E I TEQSA Provider No: PRV14050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DA1FB76-252C-4B7C-A7C8-C42DBD9BCA1D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tanley College Colors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FCD60B"/>
      </a:accent1>
      <a:accent2>
        <a:srgbClr val="006662"/>
      </a:accent2>
      <a:accent3>
        <a:srgbClr val="C9D7EE"/>
      </a:accent3>
      <a:accent4>
        <a:srgbClr val="1C2B39"/>
      </a:accent4>
      <a:accent5>
        <a:srgbClr val="FFFFFF"/>
      </a:accent5>
      <a:accent6>
        <a:srgbClr val="000000"/>
      </a:accent6>
      <a:hlink>
        <a:srgbClr val="A6C9EB"/>
      </a:hlink>
      <a:folHlink>
        <a:srgbClr val="F1A984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5888</Words>
  <Application>WPS Writer</Application>
  <PresentationFormat>Widescreen</PresentationFormat>
  <Paragraphs>207</Paragraphs>
  <Slides>13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31" baseType="lpstr">
      <vt:lpstr>Arial</vt:lpstr>
      <vt:lpstr>SimSun</vt:lpstr>
      <vt:lpstr>Wingdings</vt:lpstr>
      <vt:lpstr>Century Gothic</vt:lpstr>
      <vt:lpstr>苹方-简</vt:lpstr>
      <vt:lpstr>Roboto</vt:lpstr>
      <vt:lpstr>Thonburi</vt:lpstr>
      <vt:lpstr>Verdana</vt:lpstr>
      <vt:lpstr>Roboto Bk</vt:lpstr>
      <vt:lpstr>Microsoft YaHei</vt:lpstr>
      <vt:lpstr>汉仪旗黑</vt:lpstr>
      <vt:lpstr>Arial Unicode MS</vt:lpstr>
      <vt:lpstr>Aptos</vt:lpstr>
      <vt:lpstr>Helvetica Neue</vt:lpstr>
      <vt:lpstr>汉仪书宋二KW</vt:lpstr>
      <vt:lpstr>Aptos Display</vt:lpstr>
      <vt:lpstr>Calibri</vt:lpstr>
      <vt:lpstr>Office Theme</vt:lpstr>
      <vt:lpstr>BUS306 APPLIED BUSINESS PROJECT</vt:lpstr>
      <vt:lpstr>ORAL PRESENTATION     </vt:lpstr>
      <vt:lpstr>INTRODUCTION AND FEASIBILITY STATEMENT</vt:lpstr>
      <vt:lpstr>Title Heading </vt:lpstr>
      <vt:lpstr>Title Heading </vt:lpstr>
      <vt:lpstr>Title Heading </vt:lpstr>
      <vt:lpstr>Title Heading </vt:lpstr>
      <vt:lpstr>Title Heading </vt:lpstr>
      <vt:lpstr>Title Heading </vt:lpstr>
      <vt:lpstr>Title Heading </vt:lpstr>
      <vt:lpstr>Title Heading </vt:lpstr>
      <vt:lpstr>Title Heading 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Jerwin Mahinay</dc:creator>
  <cp:lastModifiedBy>Sushan Shrestha</cp:lastModifiedBy>
  <cp:revision>17</cp:revision>
  <dcterms:created xsi:type="dcterms:W3CDTF">2026-05-19T07:47:11Z</dcterms:created>
  <dcterms:modified xsi:type="dcterms:W3CDTF">2026-05-19T07:47:11Z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B71B3AC75114659C7F150C6AD315FD21_43</vt:lpwstr>
  </property>
  <property fmtid="{D5CDD505-2E9C-101B-9397-08002B2CF9AE}" pid="3" name="KSOProductBuildVer">
    <vt:lpwstr>1033-12.1.23143.23143</vt:lpwstr>
  </property>
</Properties>
</file>